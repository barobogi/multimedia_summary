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5CAFF"/>
                </a:solidFill>
              </a:rPr>
              <a:t>호두의 AI 분석실 채널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신기술 상세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5CAFF"/>
                </a:solidFill>
              </a:rPr>
              <a:t>우선순위 × 난이도 × 단계별 적용법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572000"/>
            <a:ext cx="1828800" cy="109728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우선순위 1
지금 당장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4572000"/>
            <a:ext cx="1828800" cy="10972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4572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우선순위 2
이번 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4572000"/>
            <a:ext cx="182880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4572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우선순위 3
Claude 생태계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572000"/>
            <a:ext cx="182880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4572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우선순위 4
투자 전략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4572000"/>
            <a:ext cx="1828800" cy="1097280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572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우선순위 5
참고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⭐ 우선순위 1 — 지금 당장 적용 (이번 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총 5개 기술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#01  modelOverrides + Sparse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youtu.be/f7rbKnSRmqM  |  Claude Code 비용 87% 줄이는 설정 하나 | 코드 한 줄 안 고치고 월 25만원 절약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쉬움 (JSON 설정 5분)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claude.json에 modelOverrides 설정 추가하면 일반 작업은 저렴한 Haiku로 처리, 복잡한 작업만 Sonnet 사용. Sparse Path는 토큰 경로 최적화로 추가 절감.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Claude Code 비용 87% 절감, 월 약 25만원 절약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Claude Code CLI 설치됨 (이미 완료)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1C1C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복잡한 코딩 작업 시 Haiku로 설정하면 품질 저하 가능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#02  Status Line 히든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youtu.be/793eQr2udZU  |  [Claude Code] 숨겨진 필수 기능 'Status Line' 설정 가이드 (토큰 사용량 실시간 확인)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쉬움 (명령어 1줄)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VS Code 하단 상태바에 현재 세션 토큰 수, 예상 비용, 남은 컨텍스트 % 실시간 표시. 비용 폭탄 방지에 필수.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실시간 토큰 사용량 + 비용 모니터링으로 과다 지출 방지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VS Code + Claude Code 확장 설치됨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1C1C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없음 (완전 무료, 즉시 적용)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#03  Claude /GOAL 커맨드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youtu.be/uT_3KSeEOGc  |  왜 유튜브에서 본 트레이딩 전략들이 실전에서 안 통할까? '클로드 /GOAL'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보통 (개념 이해 필요)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/GOAL "목표 설명" 입력하면 Claude가 목표 달성까지 자율 반복 실행. 에러 발생 시 스스로 원인 분석 후 수정. 종가베팅 시스템 테스트에 직접 활용 가능.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자동매매 시스템 백테스트 자동화, 에러 자가 수정, 반복 작업 무인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Claude Code Pro/Max 구독 (이미 완료)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1C1C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복잡한 목표는 중간 체크포인트 설정 권장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#04  Channel 플러그인 (텔레그램 연결)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youtu.be/9rHXicztHTo  |  텔레그램으로 코딩한다: 클로드 코드 채널 연동 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보통 (bun 설치 + BotFather 설정)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Claude Code에 텔레그램 채널 플러그인 연결. 종가베팅 결과를 매일 4시 자동으로 텔레그램에 전송. 바로보기님 이미 두복이로 활용 중!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매매 시그널 → 텔레그램 자동 알림, 폰에서 Claude Code 제어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텔레그램 계정, BotFather 접근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1C1C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두복이(바로보기봇)와 별도 봇 만드는 것 권장 (목적 분리)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#05  7단계 프롬프트 분할 개발법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youtu.be/y6bUeOt5FB4  |  Claude Code로 10분 만에 끝내는 미국 주식 무한매수 봇 (코딩  0도 모르면 보세요)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보통 (방법론 적용)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뼈대 → 데이터 → 점수 → 매매 → 리포트 → 실행 → 테스트 7단계로 나눠서 Claude에게 단계별로 구현 요청. 한번에 전체 구현 시도하다 실패하는 것 방지.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복잡한 자동매매 시스템을 단계별로 안전하게 구축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없음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1C1C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각 단계 테스트 완료 후 다음 단계 진행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⭐ 우선순위 2 — 이번 달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총 4개 기술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#06  33가지 트레이딩 스킬 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youtu.be/6_9mJEq9na0  |  [무료자료] 클로드 AI를 프로 트레이더로 만드는 33가지 스킬 (Claude Code 주식 투자)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쉬움 (복사 붙여넣기 30분)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7C00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GitHub에 공개된 주식 트레이딩 MD 스킬 파일 33개. Claude Code에 등록하면 /vcp, /backtest, /signal 등 주식 전용 명령어 즉시 사용 가능.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7C00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Claude Code에 주식 전문 스킬 33개 즉시 추가, 댓글 838개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Superpowers 스킬 시스템 설치됨 (이미 완료)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5C00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기존 만복이 스킬과 충돌 여부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#07  Kimi k2.5 무료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youtu.be/-8DFbQYKnw8  |  [완전무료] Claude  Opus 4.5급 성능인데 공짜? Kimi k2.5로 코딩 비용 0원 만들기 (ft. Kilo) - 두쫀쿠앱 만들기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쉬움 (VS Code 확장 설치)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7C00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중국 월과학기술 Kimi k2.5 모델. Kilo 플랫폼 통해 무료 사용 가능. 코딩 능력 Claude Opus 수준. n8n에서 AI 노드 비용이 부담될 때 대체재.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7C00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Claude Opus 급 성능 모델을 무료로 사용, n8n AI 노드 비용 절감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VS Code 설치됨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5C00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한국어 응답 품질은 Claude 대비 약간 낮을 수 있음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#08  VIX + SKEW 결합 경보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youtu.be/32_ak2YpMok  |  🔥 연말 랠리 시동! 기술주/비트코인 폭등, 하지만 이 경고등은 피하세요! (12/7 AI 분석)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보통 (n8n HTTP Request 노드 이해 필요)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7C00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VIX 낮고 SKEW 급등 = 기관이 옵션 풋을 사서 하락 방어 중 = 급락 임박 신호. 두 지표를 함께 봐야 의미 있음.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7C00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급락 임박 시 사전 경고로 손실 방지, n8n으로 자동화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n8n 설치 (3단계)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5C00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단독 지표로 매매 결정 금지, 참고용으로만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#09  ETF Smart Money 자금 흐름 추적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youtu.be/3wBC-jVF9xI  |  18분 분석으로 승률 80%? 개발자가 작정하고 만든 주식 AI 성능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보통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7C00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SPY, QQQ, IWM 등 주요 ETF 자금 유출입 패턴으로 기관 방향성 파악. 국내 적용 시 KODEX 200, TIGER ETF 자금 흐름 분석.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7C00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기관 자금 이동 방향 사전 포착으로 추세 앞서가기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n8n 설치, KIS API 연결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5C00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주간 단위 분석, 단기 매매보다 중장기 포지션 참고용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⭐ 우선순위 3 — Claude 생태계 (병행 적용)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총 4개 기술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#10  Claude Opus 4.8 Ultracode +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youtu.be/Imxj_T3bilM  |  2026년 클로드 금융 n8n을 만들었습니다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보통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5C0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CLI v2.1.158+ 에서 사용 가능. 컨텍스트 독립 병렬 실행으로 속도 10배 향상. 여러 종목 동시 분석 가능. Workflows = 반복 작업 자동화.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5C0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병렬 에이전트로 복잡한 금융 분석 시스템 자동 구축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Claude Code Pro/Max, CLI 최신 버전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비용이 일반 대비 높음, 꼭 필요한 작업에만 사용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#11  Claude Finance Agent 플러그인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youtu.be/MVmA8RRqqf0  |  [New] 클로드 파이낸스 에이전트 주식 활용법｜전체 설치 가이드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쉬움 (플러그인 설치)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5C0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Claude Code 내장 금융 분석 플러그인. 종목명 입력하면 재무제표, 뉴스, 기술적 분석을 종합한 Word 리포트 자동 생성.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5C0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주식 리서치 Word 파일 자동 생성, 종목 분석 시간 90% 단축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bun 설치됨 (이미 완료)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리포트 내용 반드시 직접 검증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#12  MCP (Model Context Protocol) - 트레이딩뷰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youtu.be/Rp8ZRPrqeXk  |  트레이딩뷰 유저라면 무조건 써야 하는 역대급 클로드(Claude) 코딩 꿀팁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어려움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5C0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MCP로 Claude ↔ 트레이딩뷰 직접 연결. 차트 스크린샷 없이도 실시간 가격 데이터를 Claude가 직접 조회. 매매 신호 생성 자동화.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5C0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Claude가 트레이딩뷰 차트를 직접 읽고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트레이딩뷰 계정, MCP 개념 이해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트레이딩뷰 유료 플랜 필요할 수 있음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#13  Agent Teams 상호 교환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youtu.be/XkWnD39DjCQ  |  [무료] Claude Code Agent Teams 완벽 가이드: MD 파일 하나로 미국 주식 자동투자 대시보드 자동 생성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어려움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5C0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MD 파일로 역할 분담 정의 → Claude가 에이전트 팀 자동 생성. 데이터수집봇, 분석봇, 리포트봇이 서로 결과 전달하며 협업.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5C0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여러 AI 에이전트가 팀처럼 협업해 복잡한 투자 분석 자동화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Ultracode 이해, 시스템 설계 경험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복잡도 높음, 종가베팅 시스템 안정화 이후 도전 권장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⭐ 우선순위 4 — 투자 전략 &amp; 분석 기법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총 4개 기술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#14  종가베팅 자동화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youtu.be/bnsMfTHITYs  |  📈 AI 주식 종가베팅 자동화 시스템 &amp; 텔레그램 알림 설정법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보통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장 마감 30분 전 조건 필터링 → A등급 종목 추출 → 텔레그램 알림 → 장 마감 직전 매수 → 익일 9:10 매도. 실전 25개/42개 승리 데이터 있음.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실전 A등급 60% 승률 검증된 시스템 그대로 구현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KIS API 승인 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반드시 모의투자 3주 이상 검증 후 실전 투자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#15  AlphaForge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youtu.be/EJZfDLn67Kk, Imxj_T3bilM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어려움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n8n + Claude로 구현한 VCP + 수급 + AI 분석 + 텔레그램 전체 파이프라인. 운영자 본인이 실제 사용 중. 무료 베타 예정.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채널 운영자 수준의 완성형 n8n 주식 자동화 파이프라인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n8n 기본 이해, KIS API 연결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직접 구현은 3달+ 소요. 베타 참여 우선 권장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#16  내러티브 모멘텀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youtu.be/luZQNhehDXU  |  2026년 가장 잘 맞는 주식 매매법_feat 클로드코드 퀀트매매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어려움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뉴스 이야기 흐름을 점수화. "AI 반도체 수혜" 같은 내러티브가 강한 종목은 하락장에서도 상대적 강세. Perplexity API로 뉴스 자동 수집 후 Claude가 내러티브 점수 산출.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하락장에서도 방어력 있는 포트폴리오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종가베팅 시스템 3달 운영 후 도전 권장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구현 복잡도 높음, 4단계 이후 작업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#17  DeepFlow 세력 추적기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youtu.be/75tdDICUwME  |  클로드 Fable로 만든 세력 추적기 퀀트매매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어려움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KIS API 체결 강도 데이터 → AI 분석 → 세력 포착. Claude Fable 모델 특화. 일반 HTS에서 볼 수 없는 패턴 포착.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외국인/기관 수급 선행 파악으로 대형주 방향성 예측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KIS API 실계좌 + Claude Fable 모델 접근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(영상에서 확인)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가장 어려운 시스템, 최후 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⭐ 우선순위 5 — 참고용 (필요 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총 4개 기술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#18  Google Antigravity 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youtu.be/47nK2hdWGcU  |  8분 만에 구글 Antigravity로 만드는 고급 주식 자동 분석기 (자료 100% 무료 공개)#google #antigravity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쉬움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46E7A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구글 AI 스튜디오 기반 웹앱 생성기. 프롬프트 하나로 차트 대시보드 생성. 빠른 프로토타입에 유용.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46E7A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MD 입력만으로 웹 주식 분석기 자동 생성 (무료)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구글 계정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474F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AI Studio 접속 → Antigravity 선택 → 요구사항 입력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미국 한정일 수 있음 (VPN 필요)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#19  Gemini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youtu.be/g9p6jqeOYdI  |  [1분] 초간단! 구글 제미나이 CLI 설치법 (터미널에서 AI 사용하기)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쉬움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46E7A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OAuth 방식으로 완전 무료. 터미널에서 파이프라인 자동화 삽입 가능. Claude Code 보완재로 활용.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46E7A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npm 한 줄로 무료 CLI AI 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npm 설치됨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474F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npm install -g @google/gemini-cli → gemini 실행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무료 티어 한도 있음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#20  EKG 인과관계 그래프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youtu.be/DjuPRizNGj8  |  AI 애널리스트 1000명이 토론하면 '상승' 을 알수 있다?  (소스코드 무료 공개) -클로드&amp;GPT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어려움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46E7A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DART 공시 + 뉴스 데이터로 종목 간 영향 관계 그래프 생성. "A기업 호재 → B기업 수혜" 패턴 자동 포착.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46E7A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종목-경제이벤트 인과관계 실시간 네트워크 시각화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Python 데이터 분석 경험, 4단계 이후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474F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DART API + NetworkX + Claude 분석 파이프라인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매우 복잡, 장기 프로젝트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#21  Active Inference (확률적 AI 예측)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11795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DEFB"/>
                </a:solidFill>
              </a:rPr>
              <a:t>📽 youtu.be/Uhpw-OpsVD4  |  [무료공개] 거시경제부터 섹터별 자금 흐름까지 한눈에! 탑다운 투자 분석 대시보드 'The Desk' - 클로드로 만든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난이도: 매우 어려움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46E7A"/>
                </a:solidFill>
              </a:rPr>
              <a:t>💡 핵심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6420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베이지안 추론 기반 시장 레짐 분류. The Desk에서 이미 구현됨 → 직접 구현보다 The Desk 활용 권장.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749039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46E7A"/>
                </a:solidFill>
              </a:rPr>
              <a:t>✨ 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087368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Risk-On/Off 확률적 예측으로 포트폴리오 자동 리밸런싱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53492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🔑 사전 조건: The Desk 베타 승인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98448"/>
            <a:ext cx="18288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298448"/>
            <a:ext cx="5742432" cy="402336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474F"/>
                </a:solidFill>
              </a:rPr>
              <a:t>🛠 단계별 적용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577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</a:rPr>
              <a:t>The Desk 베타 가입 → 자동 활용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5394960"/>
            <a:ext cx="5742432" cy="120700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458968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5000"/>
                </a:solidFill>
              </a:rPr>
              <a:t>⚠️ 주의: 직접 구현은 ML 전문 지식 필요, The Desk 활용이 현실적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8368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CCCCCC"/>
                </a:solidFill>
              </a:rPr>
              <a:t>우선순위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