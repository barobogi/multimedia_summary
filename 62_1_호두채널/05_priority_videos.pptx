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548640"/>
          </a:xfrm>
          <a:prstGeom prst="rect">
            <a:avLst/>
          </a:prstGeom>
          <a:noFill/>
        </p:spPr>
        <p:txBody>
          <a:bodyPr wrap="square">
            <a:spAutoFit/>
          </a:bodyPr>
          <a:lstStyle/>
          <a:p>
            <a:pPr algn="ctr"/>
            <a:r>
              <a:rPr sz="1800" b="0">
                <a:solidFill>
                  <a:srgbClr val="BBDEFB"/>
                </a:solidFill>
              </a:rPr>
              <a:t>호두의 AI 분석실</a:t>
            </a:r>
          </a:p>
        </p:txBody>
      </p:sp>
      <p:sp>
        <p:nvSpPr>
          <p:cNvPr id="4" name="TextBox 3"/>
          <p:cNvSpPr txBox="1"/>
          <p:nvPr/>
        </p:nvSpPr>
        <p:spPr>
          <a:xfrm>
            <a:off x="914400" y="2103120"/>
            <a:ext cx="10058400" cy="914400"/>
          </a:xfrm>
          <a:prstGeom prst="rect">
            <a:avLst/>
          </a:prstGeom>
          <a:noFill/>
        </p:spPr>
        <p:txBody>
          <a:bodyPr wrap="square">
            <a:spAutoFit/>
          </a:bodyPr>
          <a:lstStyle/>
          <a:p>
            <a:pPr algn="ctr"/>
            <a:r>
              <a:rPr sz="3600" b="1">
                <a:solidFill>
                  <a:srgbClr val="FFFFFF"/>
                </a:solidFill>
              </a:rPr>
              <a:t>유튜브 71개 영상 학습카드</a:t>
            </a:r>
          </a:p>
        </p:txBody>
      </p:sp>
      <p:sp>
        <p:nvSpPr>
          <p:cNvPr id="5" name="TextBox 4"/>
          <p:cNvSpPr txBox="1"/>
          <p:nvPr/>
        </p:nvSpPr>
        <p:spPr>
          <a:xfrm>
            <a:off x="914400" y="3200400"/>
            <a:ext cx="10058400" cy="548640"/>
          </a:xfrm>
          <a:prstGeom prst="rect">
            <a:avLst/>
          </a:prstGeom>
          <a:noFill/>
        </p:spPr>
        <p:txBody>
          <a:bodyPr wrap="square">
            <a:spAutoFit/>
          </a:bodyPr>
          <a:lstStyle/>
          <a:p>
            <a:pPr algn="ctr"/>
            <a:r>
              <a:rPr sz="1800" b="0">
                <a:solidFill>
                  <a:srgbClr val="BBDEFB"/>
                </a:solidFill>
              </a:rPr>
              <a:t>바로보기님 목표 기준 우선순위 순 정렬</a:t>
            </a:r>
          </a:p>
        </p:txBody>
      </p:sp>
      <p:sp>
        <p:nvSpPr>
          <p:cNvPr id="6" name="Rectangle 5"/>
          <p:cNvSpPr/>
          <p:nvPr/>
        </p:nvSpPr>
        <p:spPr>
          <a:xfrm>
            <a:off x="914400" y="4389120"/>
            <a:ext cx="1920240" cy="457200"/>
          </a:xfrm>
          <a:prstGeom prst="rect">
            <a:avLst/>
          </a:prstGeom>
          <a:solidFill>
            <a:srgbClr val="FF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416552"/>
            <a:ext cx="1920240" cy="402336"/>
          </a:xfrm>
          <a:prstGeom prst="rect">
            <a:avLst/>
          </a:prstGeom>
          <a:noFill/>
        </p:spPr>
        <p:txBody>
          <a:bodyPr wrap="square">
            <a:spAutoFit/>
          </a:bodyPr>
          <a:lstStyle/>
          <a:p>
            <a:pPr algn="ctr"/>
            <a:r>
              <a:rPr sz="1100" b="1">
                <a:solidFill>
                  <a:srgbClr val="212121"/>
                </a:solidFill>
              </a:rPr>
              <a:t>🔴 오늘 당장 (5개)</a:t>
            </a:r>
          </a:p>
        </p:txBody>
      </p:sp>
      <p:sp>
        <p:nvSpPr>
          <p:cNvPr id="8" name="Rectangle 7"/>
          <p:cNvSpPr/>
          <p:nvPr/>
        </p:nvSpPr>
        <p:spPr>
          <a:xfrm>
            <a:off x="3017520" y="4389120"/>
            <a:ext cx="1920240" cy="457200"/>
          </a:xfrm>
          <a:prstGeom prst="rect">
            <a:avLst/>
          </a:prstGeom>
          <a:solidFill>
            <a:srgbClr val="FFCC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4416552"/>
            <a:ext cx="1920240" cy="402336"/>
          </a:xfrm>
          <a:prstGeom prst="rect">
            <a:avLst/>
          </a:prstGeom>
          <a:noFill/>
        </p:spPr>
        <p:txBody>
          <a:bodyPr wrap="square">
            <a:spAutoFit/>
          </a:bodyPr>
          <a:lstStyle/>
          <a:p>
            <a:pPr algn="ctr"/>
            <a:r>
              <a:rPr sz="1100" b="1">
                <a:solidFill>
                  <a:srgbClr val="212121"/>
                </a:solidFill>
              </a:rPr>
              <a:t>🟡 이번 달 (6개)</a:t>
            </a:r>
          </a:p>
        </p:txBody>
      </p:sp>
      <p:sp>
        <p:nvSpPr>
          <p:cNvPr id="10" name="Rectangle 9"/>
          <p:cNvSpPr/>
          <p:nvPr/>
        </p:nvSpPr>
        <p:spPr>
          <a:xfrm>
            <a:off x="5120640" y="4389120"/>
            <a:ext cx="1920240" cy="457200"/>
          </a:xfrm>
          <a:prstGeom prst="rect">
            <a:avLst/>
          </a:prstGeom>
          <a:solidFill>
            <a:srgbClr val="A5D6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4416552"/>
            <a:ext cx="1920240" cy="402336"/>
          </a:xfrm>
          <a:prstGeom prst="rect">
            <a:avLst/>
          </a:prstGeom>
          <a:noFill/>
        </p:spPr>
        <p:txBody>
          <a:bodyPr wrap="square">
            <a:spAutoFit/>
          </a:bodyPr>
          <a:lstStyle/>
          <a:p>
            <a:pPr algn="ctr"/>
            <a:r>
              <a:rPr sz="1100" b="1">
                <a:solidFill>
                  <a:srgbClr val="212121"/>
                </a:solidFill>
              </a:rPr>
              <a:t>🟢 나중에 (7개)</a:t>
            </a:r>
          </a:p>
        </p:txBody>
      </p:sp>
      <p:sp>
        <p:nvSpPr>
          <p:cNvPr id="12" name="Rectangle 11"/>
          <p:cNvSpPr/>
          <p:nvPr/>
        </p:nvSpPr>
        <p:spPr>
          <a:xfrm>
            <a:off x="7223759" y="4389120"/>
            <a:ext cx="1920240" cy="457200"/>
          </a:xfrm>
          <a:prstGeom prst="rect">
            <a:avLst/>
          </a:prstGeom>
          <a:solidFill>
            <a:srgbClr val="CE9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59" y="4416552"/>
            <a:ext cx="1920240" cy="402336"/>
          </a:xfrm>
          <a:prstGeom prst="rect">
            <a:avLst/>
          </a:prstGeom>
          <a:noFill/>
        </p:spPr>
        <p:txBody>
          <a:bodyPr wrap="square">
            <a:spAutoFit/>
          </a:bodyPr>
          <a:lstStyle/>
          <a:p>
            <a:pPr algn="ctr"/>
            <a:r>
              <a:rPr sz="1100" b="1">
                <a:solidFill>
                  <a:srgbClr val="212121"/>
                </a:solidFill>
              </a:rPr>
              <a:t>⚫ 참고</a:t>
            </a:r>
          </a:p>
        </p:txBody>
      </p:sp>
      <p:sp>
        <p:nvSpPr>
          <p:cNvPr id="14" name="Rectangle 13"/>
          <p:cNvSpPr/>
          <p:nvPr/>
        </p:nvSpPr>
        <p:spPr>
          <a:xfrm>
            <a:off x="9326880" y="4389120"/>
            <a:ext cx="1920240" cy="457200"/>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0" y="4416552"/>
            <a:ext cx="1920240" cy="402336"/>
          </a:xfrm>
          <a:prstGeom prst="rect">
            <a:avLst/>
          </a:prstGeom>
          <a:noFill/>
        </p:spPr>
        <p:txBody>
          <a:bodyPr wrap="square">
            <a:spAutoFit/>
          </a:bodyPr>
          <a:lstStyle/>
          <a:p>
            <a:pPr algn="ctr"/>
            <a:r>
              <a:rPr sz="1100" b="1">
                <a:solidFill>
                  <a:srgbClr val="212121"/>
                </a:solidFill>
              </a:rPr>
              <a:t>⛔ 우선순위 낮음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371600"/>
          </a:xfrm>
          <a:prstGeom prst="rect">
            <a:avLst/>
          </a:prstGeom>
          <a:noFill/>
        </p:spPr>
        <p:txBody>
          <a:bodyPr wrap="square">
            <a:spAutoFit/>
          </a:bodyPr>
          <a:lstStyle/>
          <a:p>
            <a:pPr algn="ctr"/>
            <a:r>
              <a:rPr sz="5400" b="1">
                <a:solidFill>
                  <a:srgbClr val="FFFFFF"/>
                </a:solidFill>
              </a:rPr>
              <a:t>🔴 오늘 당장</a:t>
            </a:r>
          </a:p>
        </p:txBody>
      </p:sp>
      <p:sp>
        <p:nvSpPr>
          <p:cNvPr id="4" name="TextBox 3"/>
          <p:cNvSpPr txBox="1"/>
          <p:nvPr/>
        </p:nvSpPr>
        <p:spPr>
          <a:xfrm>
            <a:off x="914400" y="3840480"/>
            <a:ext cx="10058400" cy="548640"/>
          </a:xfrm>
          <a:prstGeom prst="rect">
            <a:avLst/>
          </a:prstGeom>
          <a:noFill/>
        </p:spPr>
        <p:txBody>
          <a:bodyPr wrap="square">
            <a:spAutoFit/>
          </a:bodyPr>
          <a:lstStyle/>
          <a:p>
            <a:pPr algn="ctr"/>
            <a:r>
              <a:rPr sz="2200" b="0">
                <a:solidFill>
                  <a:srgbClr val="FFFFFF"/>
                </a:solidFill>
              </a:rPr>
              <a:t>이번 주 반드시 학습할 영상들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오늘 당장  #01  📈 AI 주식 종가베팅 자동화 시스템 &amp; 텔레그램 알림 설정법</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https://youtu.be/bnsMfTHITYs   |   📅 2026-01-31   |   👁 2,039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B71C1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장이 마감된 후 당일 종가 데이터를 바탕으로 다음날 매수할 종목을 AI가 선별해서 텔레그램으로 자동 전송하는 "종가 베팅" 시스템을 소개합니다. 매일 오후 4시 10분경 기관/외국인 수급과 뉴스를 분석해 종목 등급(S/A/B)과 진입가·목표가·손절가를 자동으로 보내줍니다. 1월 한 달 실제 운용 결과(A등급 승률 약 60%)도 공개하며, 텔레그램 봇 연동 방법을 직접 시연합니다.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B71C1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AI 스케줄러 (매일 3시 40분~4시 자동 실행)
• 텔레그램 BotFather (봇 생성 및 API 토큰 발급)
• 종가 베팅 시스템 (KR Market Closing Bet V2)
• 기관/외국인 수급 데이터 분석
• 뉴스 분석 (종목 재료 확인)
• 등급 시스템 (S/A/B 등급 자동 분류)
• VCP 스캐너 + 히트맵 (예고 기능)
• Discord (커뮤니티 지원 채널)</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B71C1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장 마감 후 종가 데이터로 다음날 매수 종목을 선별하는 종가 베팅 전략 개념
• 텔레그램 BotFather에서 봇을 만들고 API 토큰을 복사해 시스템에 연결하는 방법
• AI 시스템이 종목에 S/A/B 등급을 매기고 진입가·목표가·손절가를 함께 전달하는 구조
• 바이브 코딩(AI에게 요청)으로 텔레그램 스케줄러를 설정하는 방법
• 1월 실제 운용 결과: A등급 42개 중 25개 승(승률 약 60%), 목표 +9%/손절 -5% 기준
• 장 상황(상승장/하락장)에 따라 시스템 성과가 달라진다는 중요한 실전 교훈
• 텔레그램 API 토큰 하나만 복사해서 바이브 코딩에 전달하면 연동 완료되는 간단한 설정</a:t>
            </a:r>
          </a:p>
        </p:txBody>
      </p:sp>
      <p:sp>
        <p:nvSpPr>
          <p:cNvPr id="11" name="Rectangle 10"/>
          <p:cNvSpPr/>
          <p:nvPr/>
        </p:nvSpPr>
        <p:spPr>
          <a:xfrm>
            <a:off x="6236208" y="3977639"/>
            <a:ext cx="5742432" cy="272491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B71C1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이 영상에서 배운 "장 마감 후 종목 선별 → 텔레그램 알림" 구조는 n8n에서 Schedule Trigger 노드(매일 오후 4시)로 시작해서 AI 분석 → Telegram 노드로 메시지 발송하는 흐름과 정확히 일치합니다. 텔레그램 봇 생성 방법(BotFather 사용)은 이 영상에서 배운 것을 다른 모든 프로젝트에 바로 재사용할 수 있는 필수 기초 스킬입니다.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오늘 당장  #02  증권사와 API 연결 방법(자동매매법) feat. 한국투자증권</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https://youtu.be/ziTLbsE9Cbc   |   📅 2026-04-25   |   👁 2,986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B71C1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AI가 실제 한국투자증권 계좌에서 주식을 자동으로 사고파는 시스템을 만드는 방법을 다룹니다. 코딩 없이 Claude Code를 활용해 손절/익절 규칙과 텔레그램 버튼 승인 구조까지 구현합니다. 단순 자동매매가 아니라 AI가 종목을 후보로 추천하면 사람이 텔레그램에서 버튼을 눌러 최종 승인하는 안전한 구조가 핵심입니다.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B71C1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한국투자증권 KIS Open API (무료, 실계좌 연결)
• KIS Developers 포털 (app key/secret 발급)
• Claude Code / Cursor (코드 자동 생성)
• Telegram Bot (BotFather로 생성, 매수/익절/손절 버튼 승인)
• Python 3.13
• .env 파일 (API 키 보안 관리)
• KIS 모의투자 (실전 전 테스트 환경)</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B71C1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한국투자증권 KIS Developers에서 API 신청하고 app key/secret을 발급받는 방법
• AI가 수백 개 종목을 채점해서 상위 5개만 통과시키는 종목 선별 로직
• 매수 3원칙: 현금 20% 보존 / 종목당 최대 30% / 동시 5종목 한도
• 익절 +9%, 손절 -5%, 장마감 1분 전 자동 판단하는 매도 규칙
• 텔레그램 버튼(승인/거부)으로 최종 주문을 인간이 통제하는 구조
• 6겹 안전장치: 승인 필수 / 연속 실패 시 정지 / 일일 손실 10% 중단 / 실거래 스위치
• 토큰 24시간 유효 — 매일 갱신이 필요한 인증 구조</a:t>
            </a:r>
          </a:p>
        </p:txBody>
      </p:sp>
      <p:sp>
        <p:nvSpPr>
          <p:cNvPr id="11" name="Rectangle 10"/>
          <p:cNvSpPr/>
          <p:nvPr/>
        </p:nvSpPr>
        <p:spPr>
          <a:xfrm>
            <a:off x="6236208" y="3977639"/>
            <a:ext cx="5742432" cy="272491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B71C1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이 영상은 바로보기님 최종 목표인 "실제 계좌 자동매매"와 가장 직결되는 영상입니다. 한국투자증권 API 연결 방법을 이 영상에서 배우면, 나중에 n8n에서 HTTP Request 노드로 KIS API를 호출해 실제 주문을 보내는 구조로 확장할 수 있습니다. 텔레그램 버튼 승인 구조는 바로보기님이 자동매매 초반에 사람의 판단을 유지하면서 안전하게 시작하는 데 꼭 필요한 패턴입니다.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오늘 당장  #03  [무료자료] 클로드 AI를 프로 트레이더로 만드는 33가지 스킬 (Claude Code 주식 투자)</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https://youtu.be/6_9mJEq9na0   |   📅 2026-02-26   |   👁 22,101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B71C1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 Code에서 사용 가능한 33가지 주식 트레이딩 스킬 팩을 무료로 공개하는 영상입니다. 윌리엄 오닐(CANSLIM), 마크 미너비니(VCP), 스탠리 드러큰밀러 등 투자 대가들의 방법론을 Claude 슬래시 커맨드 스킬로 구현했습니다. 조회수 22,000회 이상으로 채널 최다 조회수 영상입니다.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B71C1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Code 33가지 슬래시 커맨드 스킬 — CANSLIM, VCP, 어닝 트레이드 등 전략별 스킬
• GitHub 클로드 트레이딩 스킬 저장소 — 모든 스킬의 소스 코드 공개
• 정량 스코어링 — 모든 분석 결과를 0-100점 숫자로 출력
• 스킬 체이닝 — 여러 스킬을 워크플로우로 묶어 복합 파이프라인 구성
• 자동 자기 개선 루프 — 90점 미만 스킬은 AI가 스스로 코드 수정 후 PR 생성
• FMP API (Financial Modeling Prep) — 하루 250회 무료 요청 (18개 스킬에 활용)
• US Stock Analyzer, Market News Analyzer — 실전 사용 스킬 예...</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B71C1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슬래시 스킬 등록 방법: GitHub에서 소스 다운로드 → 클로드에게 "스킬로 등록해줘" 요청 → 글로벌/프로젝트 범위 선택
• 스킬 등록 후 슬래시(/) + 스킬명으로 즉시 호출 가능. 예: /us-stock-analyzer AAPL
• 스킬 체이닝으로 "AAPL 종합 분석 → 마켓 뉴스 분석 → 시장 건강도 점수" 같은 복합 파이프라인 구성 가능
• 자동 자기 개선: 33개 스킬 품질을 매일 점검해 90점 미만이면 스스로 코드 수정 → Git PR 생성
• 애플(AAPL) 분석 예시: 시총, PE 33x, EPS 컨센서스, 목표가 290~308, 기술적 분석(EMA/RSI), 촉매/리스크 요인까지 자동 출력
• 토큰 절약: 무거운 분석은 Opus 대신 Sonnet ...</a:t>
            </a:r>
          </a:p>
        </p:txBody>
      </p:sp>
      <p:sp>
        <p:nvSpPr>
          <p:cNvPr id="11" name="Rectangle 10"/>
          <p:cNvSpPr/>
          <p:nvPr/>
        </p:nvSpPr>
        <p:spPr>
          <a:xfrm>
            <a:off x="6236208" y="3977639"/>
            <a:ext cx="5742432" cy="272491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B71C1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33개 스킬이 n8n 자동화의 분석 엔진 역할을 할 수 있다. n8n이 주기적으로 Claude Code 스킬을 호출 → 분석 리포트 생성 → 저장/전송하는 구조가 가능하다
• 가장 먼저 실행해볼 스킬 우선순위: /market-news-analyzer (매일 뉴스 요약) → /us-stock-analyzer (관심 종목 분석) → 결과를 텔레그램으로 자동 전송
• 스킬 자동 품질 개선 루프는 n8n 워크플로우의 "자가 점검 노드"와 유사한 개념 — 자동화 시스템에 품질 관리 로직을 추가하는 아이디어로 활용 가능
• GitHub에서 스킬 소스를 받아 Claude Code에 바로 등록 가능 — 바로보기님 Claude Code 환경에...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오늘 당장  #04  Claude Code 비용 87% 줄이는 설정 하나 | 코드 한 줄 안 고치고 월 25만원 절약</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https://youtu.be/f7rbKnSRmqM   |   📅 2026-03-14   |   👁 4,405   |   📂 Claude Code 툴 &amp; 설정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B71C1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 Code에서 작업 종류에 따라 Haiku, Sonnet, Opus를 나눠 쓰는 "modelOverrides" 설정 하나로 비용을 최대 81% 절감할 수 있다. 코드를 한 줄도 고치지 않고 JSON 설정 파일만 추가하면 되며, 실제 시연에서 $14.21짜리 작업을 $2.74로 줄이는 결과를 보여줬다. 추가로 /loop 명령어와 프롬프트 캐시, Sparse Path 등을 조합하면 비용과 시간을 동시에 잡을 수 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B71C1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modelOverrides — claude.json 파일에 모델 별칭(alias) 지정
• Haiku — 파일 탐색, 테스트 실행 등 단순 작업용 (가장 저렴)
• Sonnet — 코드 리뷰, 코드 수정 등 중간 난이도 작업
• Opus — 아키텍처 설계, 복잡한 분석 등 고난이도 작업
• Agent model 파라미터 — 프롬프트에서 "하이쿠야 이 파일 세어줘" 식으로 모델 직접 지정
• /loop — 지정 간격으로 프롬프트 반복 실행 (예: 2분마다 데이터 누락 체크)
• /cost — 현재 세션 비용 확인 명령어
• Prompt Cache — 반복 대화 시 캐시 히트로 90% 할인
• Sparse Path — ...</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B71C1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모든 작업을 Opus로 하면 토큰이 빠르게 소진된다. 파일 탐색은 Haiku, 코드 수정은 Sonnet, 설계는 Opus로 나눠야 한다
• modelOverrides 설정은 claude.json 파일 하나로 끝난다. 글로벌 설정보다 프로젝트별 설정을 권장한다
• 실제 비교 결과: 전부 Opus 사용 시 $14.21 vs 모델 분리 사용 시 $2.74 (81% 절감)
• 에이전트 모델 파라미터를 쓰면 프롬프트 안에서 "하이쿠야~", "오퍼스야~" 식으로 모델을 직접 지정할 수 있다
• /loop는 지정 시간 간격으로 같은 작업을 자동 반복한다. 세션이 살아있는 동안만 작동하며, 스케줄러와 달리 컴퓨터 전역 등록이 아니다
• 프롬프트 캐시: 같은 대화가 반복될수록 캐시 히...</a:t>
            </a:r>
          </a:p>
        </p:txBody>
      </p:sp>
      <p:sp>
        <p:nvSpPr>
          <p:cNvPr id="11" name="Rectangle 10"/>
          <p:cNvSpPr/>
          <p:nvPr/>
        </p:nvSpPr>
        <p:spPr>
          <a:xfrm>
            <a:off x="6236208" y="3977639"/>
            <a:ext cx="5742432" cy="272491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B71C1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비용 절감 즉시 적용: 만복이(Claude Code)를 쓸 때 claude.json에 modelOverrides 추가하면 된다. 단순 파일 읽기나 데이터 확인은 Haiku, 코드 작성은 Sonnet, 전체 설계는 Opus로 분리하자
• 주식 자동화에 /loop 활용: n8n 워크플로우 이상 없는지 2분마다 자동 체크하거나, 주가 데이터 누락 여부를 주기적으로 모니터링할 수 있다
• Sparse Path로 프로젝트 분리: 국내주식 폴더, 미국주식 폴더, 코인 폴더를 분리해서 각 작업마다 해당 폴더만 로드하면 토큰 낭비가 없다
• /cost로 비용 추적: 주식 분석 자동화 시스템을 개발하면서 비용이 얼마나 쓰이는지 /cost로 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오늘 당장  #05  [Claude Code] 숨겨진 필수 기능 'Status Line' 설정 가이드 (토큰 사용량 실시간 확인)</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https://youtu.be/793eQr2udZU   |   📅 2026-01-10   |   👁 2,502   |   📂 Claude Code 툴 &amp; 설정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B71C1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 Code에는 터미널 하단에 실시간 상태바를 표시하는 "Status Line" 기능이 숨겨져 있다. 이 기능을 활성화하면 현재 사용 중인 모델명, 토큰 사용량(%), Git 브랜치, 프로젝트명을 항상 확인할 수 있다. 컨텍스트가 가득 차기 전에 미리 대응할 수 있어 불필요한 비용과 작업 중단을 예방할 수 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B71C1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Status Line — Claude Code 터미널 하단 실시간 상태바 기능 (히든 설정)
• /statusline — Status Line 활성화 슬래시 명령어
• PS1 파일 (Windows) / .zshrc (Mac) — 운영체제별 상태바 스크립트 저장 위치
• Global 설정 — 모든 프로젝트에 적용되는 전역 설정 방법
• /compact — 컨텍스트를 압축해 토큰을 절약하는 명령어
• K 단위 표시 — 토큰 수를 1,000 단위(K)로 표시하는 커스텀 설정
• 색상/폰트 커스터마이징 — 구분선, 색상, 폰트를 원하는 스타일로 변경</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B71C1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/statusline 명령어로 Status Line을 활성화하면 운영체제에 맞는 스크립트 파일을 자동으로 생성해준다
• Windows는 PS1 파일, Mac/Linux는 .zshrc에 저장되며 모든 Claude 프로젝트에 전역 적용된다
• 표시 정보: 모델명 | 진행바(Progress bar) | 컨텍스트 사용률(%) | 토큰 수 | Git 브랜치 | 프로젝트명
• 컨텍스트 사용량이 50%를 넘으면 /compact를 권장한다. 너무 들고 가면 품질이 떨어지고 비용도 증가한다
• 다중 터미널에서 Claude를 동시에 사용할 때 각 세션의 토큰 사용량이 따로 표시된다
• 토큰 수를 K 단위로 바꾸면 가독성이 높아진다 (예: 19,000 → 19K)
• 색상 커스터마이징으로...</a:t>
            </a:r>
          </a:p>
        </p:txBody>
      </p:sp>
      <p:sp>
        <p:nvSpPr>
          <p:cNvPr id="11" name="Rectangle 10"/>
          <p:cNvSpPr/>
          <p:nvPr/>
        </p:nvSpPr>
        <p:spPr>
          <a:xfrm>
            <a:off x="6236208" y="3977639"/>
            <a:ext cx="5742432" cy="272491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B71C1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즉시 적용 권장: Status Line은 설정 한 번으로 영구 적용된다. 만복이와 작업할 때 토큰이 얼마나 남았는지 항상 볼 수 있어 작업 계획을 세우기 훨씬 쉬워진다
• 비용 관리: 컨텍스트가 90%를 넘기 전에 /compact 또는 세션 분리를 결정할 수 있다. 주식 자동화 시스템 개발 중 갑자기 세션이 끊기는 상황을 예방한다
• 멀티 터미널 활용: 국내주식 분석, 미국주식 분석을 터미널 두 개에서 동시에 돌릴 때 각 창의 토큰 상태를 한눈에 비교할 수 있다
• Git 브랜치 표시: 어떤 브랜치에서 작업 중인지 항상 보여주므로 실수로 다른 브랜치에서 코드를 수정하는 일을 막을 수 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371600"/>
          </a:xfrm>
          <a:prstGeom prst="rect">
            <a:avLst/>
          </a:prstGeom>
          <a:noFill/>
        </p:spPr>
        <p:txBody>
          <a:bodyPr wrap="square">
            <a:spAutoFit/>
          </a:bodyPr>
          <a:lstStyle/>
          <a:p>
            <a:pPr algn="ctr"/>
            <a:r>
              <a:rPr sz="5400" b="1">
                <a:solidFill>
                  <a:srgbClr val="FFFFFF"/>
                </a:solidFill>
              </a:rPr>
              <a:t>🟡 이번 달</a:t>
            </a:r>
          </a:p>
        </p:txBody>
      </p:sp>
      <p:sp>
        <p:nvSpPr>
          <p:cNvPr id="4" name="TextBox 3"/>
          <p:cNvSpPr txBox="1"/>
          <p:nvPr/>
        </p:nvSpPr>
        <p:spPr>
          <a:xfrm>
            <a:off x="914400" y="3840480"/>
            <a:ext cx="10058400" cy="548640"/>
          </a:xfrm>
          <a:prstGeom prst="rect">
            <a:avLst/>
          </a:prstGeom>
          <a:noFill/>
        </p:spPr>
        <p:txBody>
          <a:bodyPr wrap="square">
            <a:spAutoFit/>
          </a:bodyPr>
          <a:lstStyle/>
          <a:p>
            <a:pPr algn="ctr"/>
            <a:r>
              <a:rPr sz="2200" b="0">
                <a:solidFill>
                  <a:srgbClr val="FFFFFF"/>
                </a:solidFill>
              </a:rPr>
              <a:t>이번 달 안에 학습할 영상들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이번 달  #06  n8n 금융앱 만들기</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https://youtu.be/EJZfDLn67Kk   |   📅 2026-06-15   |   👁 2,468   |   📂 n8n 자동화 기초</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E65C0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AlphaForge라는 AI 주식 분석 시스템을 처음부터 직접 만들어가는 강의 시리즈입니다. 코드를 직접 쓰지 않고 AI 코딩 에이전트에 프롬프트를 붙여넣는 방식으로, 종목 발굴부터 차트 필터, 수급 추적, 백테스트, AI 코멘트, 최종 리포트까지 완성된 파이프라인을 구축합니다. 국내 주식(국장)과 미국 주식(미장)을 같은 구조로 동시에 분석할 수 있는 시스템이 완성 목표입니다.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E65C0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Code (AI 코딩 에이전트 — 프롬프트로 코드 자동 생성)
• VCP(Volatility Contraction Pattern) — 변동성 축소 패턴 차트 필터
• 외국인/기관 수급 데이터 분석
• 백테스트 (과거 데이터로 전략 검증)
• Telegram Bot API (매수 시그널 자동 발송)
• 볼린저 밴드 수축 노드
• DeepSeek (AI 코멘트 생성)
• 스케줄러 (자동 실행)</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E65C0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빈 스타터 앱에서 시작해 노드를 하나씩 붙여가며 파이프라인을 완성하는 방식
• 2,688개 종목을 스캔해서 최종 16개로 좁히는 종목 발굴 흐름 이해
• VCP 차트 패턴과 외국인/기관 수급을 결합하여 종목을 선별하는 방법
• 백테스트로 전략의 Sharpe Ratio, MDD(최대 손실폭), 승률을 수치로 검증하는 방법
• AI가 자동으로 종목 코멘트를 생성하고 텔레그램으로 발송하는 구조
• 볼린저 밴드 수축 신호와 수급 데이터를 결합하는 고급 발굴 기법
• Part 0~16까지 약 65개 노드로 확장되는 시스템 전체 구조</a:t>
            </a:r>
          </a:p>
        </p:txBody>
      </p:sp>
      <p:sp>
        <p:nvSpPr>
          <p:cNvPr id="11" name="Rectangle 10"/>
          <p:cNvSpPr/>
          <p:nvPr/>
        </p:nvSpPr>
        <p:spPr>
          <a:xfrm>
            <a:off x="6236208" y="3977639"/>
            <a:ext cx="5742432" cy="2724912"/>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E65C0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이 영상은 바로보기님 목표의 핵심 뼈대가 되는 영상입니다. "종목 발굴 → 필터 → 검증 → 알림"이라는 전체 파이프라인 구조를 이 영상에서 배울 수 있습니다. 특히 코드 없이 AI 에이전트 프롬프트만으로 시스템을 구축하는 방식은 바로보기님 같은 초보자에게 딱 맞는 접근법입니다. 나중에 n8n과 연결할 때도 이 파이프라인 구조 개념이 그대로 적용됩니다.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이번 달  #07  n8n + Telegram: 60초 만에 봇 연결하기 (2025)</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https://youtu.be/aFRiUVjQgQ4   |   📅 2025-08-04   |   👁 774   |   📂 n8n 자동화 기초</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E65C0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n8n과 텔레그램 봇을 60초 안에 연결하는 방법을 다루는 짧은 Shorts 영상입니다. 설명란에 내용이 거의 없고 자막도 없지만, 제목과 태그(#n8n #telegrambot #nocode #aiautomation)로 보아 n8n 워크플로우에서 Telegram Bot을 트리거 또는 메시지 발송 수단으로 연결하는 초간단 세팅 과정을 보여주는 입문용 콘텐츠입니다.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E65C0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n8n (노코드 자동화 워크플로우 툴)
• Telegram Bot API (봇 연결 및 메시지 발송)
• BotFather (텔레그램 봇 생성 도구)
• 노코드(No-Code) 방식 자동화</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E65C0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n8n 워크플로우에서 Telegram 노드를 추가하는 방법
• 텔레그램 봇 토큰을 n8n에 연결하는 기본 설정
• 60초 이내 빠른 봇 연결 — 복잡한 설정 없이 바로 테스트 가능
• 노코드 방식으로 자동화 파이프라인의 알림 채널을 연결하는 개념
• Shorts 형식의 핵심만 압축한 빠른 학습 포맷</a:t>
            </a:r>
          </a:p>
        </p:txBody>
      </p:sp>
      <p:sp>
        <p:nvSpPr>
          <p:cNvPr id="11" name="Rectangle 10"/>
          <p:cNvSpPr/>
          <p:nvPr/>
        </p:nvSpPr>
        <p:spPr>
          <a:xfrm>
            <a:off x="6236208" y="3977639"/>
            <a:ext cx="5742432" cy="2724912"/>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E65C0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바로보기님의 자동화 시스템에서 텔레그램 알림은 필수 구성 요소입니다. 이 영상에서 배운 "n8n → 텔레그램 봇 연결" 방법은 나중에 주식 시그널이 발생했을 때 핸드폰으로 즉시 알림을 받는 구조를 만들 때 그대로 활용됩니다. Shorts라 짧지만 실전에서 반드시 필요한 핵심 연결 방법입니다.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이번 달  #08  토스증권 Open API x 슬랙(Slack) 연동 주식 자동매매 시스템 구축 가이드 1편</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https://youtu.be/G1E921X5LYI   |   📅 2026-06-24   |   👁 1,366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E65C0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새롭게 출시된 토스증권 Open API와 슬랙(Slack)을 연동해 VCP(변동성 축소 패턴) 기반 주식 자동매매 시스템을 만드는 실전 가이드 1편입니다. AI가 종목을 발굴하면 슬랙으로 알림을 보내고, 사람이 승인/거부 버튼을 눌러 최종 주문을 제어하는 "Human-in-the-Loop" 구조가 핵심입니다. 모의투자 모드로 안전하게 테스트부터 시작합니다.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E65C0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토스증권 Open API (2026년 신규 출시, API Key + Secret Key 발급)
• Slack Bot Token (슬랙 봇 연동, 승인/거부 버튼 포함)
• VCP(Volatility Contraction Pattern) 알고리즘 필터
• Claude 에이전트 (VS Code에서 코드 자동 생성)
• .env 파일 (환경변수로 리스크 관리 설정)
• SQLite DB (daily_prices.db — 과거 60일 주가 데이터)
• TOSS_BOT_DRY_RUN=true (모의투자 모드 스위치)</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E65C0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토스증권 Open API 사전 신청 방법 (승인까지 약 5일 소요)
• API Key와 Secret Key를 발급받아 .env에 안전하게 저장하는 방법
• 과거 60일 주가 데이터 DB 파일을 연동하는 방법
• VCP 패턴이란 무엇인지 — 주가 변동폭이 점점 좁아지다가 크게 튀어오르는 차트 패턴
• 리스크 관리 설정: 한도, 최대 매수 금액, 당일 허용 손실 한도
• 슬랙에서 승인/거부 버튼으로 최종 매수를 사람이 통제하는 Human-in-the-Loop 구조
• 모의투자 모드와 실전 모드를 환경변수 하나로 전환하는 방법</a:t>
            </a:r>
          </a:p>
        </p:txBody>
      </p:sp>
      <p:sp>
        <p:nvSpPr>
          <p:cNvPr id="11" name="Rectangle 10"/>
          <p:cNvSpPr/>
          <p:nvPr/>
        </p:nvSpPr>
        <p:spPr>
          <a:xfrm>
            <a:off x="6236208" y="3977639"/>
            <a:ext cx="5742432" cy="2724912"/>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E65C0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토스증권을 사용하는 바로보기님께 가장 직접적으로 적용 가능한 영상입니다. 이 영상에서 배운 "슬랙으로 승인 버튼 → 실제 주문" 구조는 n8n의 Webhook 노드로 슬랙 버튼 이벤트를 받아 처리하는 방식으로 n8n과도 연결할 수 있습니다. 토스증권 API가 최신(2026년)이라 국내 증권사 API 중 가장 현대적인 방식을 배울 수 있습니다.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이번 달  #09  텔레그램으로 코딩한다: 클로드 코드 채널 연동 방법</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https://youtu.be/9rHXicztHTo   |   📅 2026-03-22   |   👁 1,728   |   📂 Claude Code 툴 &amp; 설정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E65C0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 Code에 텔레그램(Telegram) 채널을 연동하면 스마트폰에서 직접 Claude에게 명령을 내리고 결과를 받을 수 있다. 이번 업데이트에서 64K 출력 확장, Agent Teams 업그레이드, 텔레그램/디스코드/슬랙 채널 플러그인이 한꺼번에 추가되었다. 이로써 PC 없이 모바일에서도 주식 자동화 시스템을 제어하고 모니터링할 수 있게 됐다.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E65C0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Channel 플러그인 — 텔레그램, 디스코드, 슬랙 등 메신저와 Claude Code 연동
• 64K / 128K 출력 확장 — 한 번에 최대 3,500줄 코드 생성 (기존 200줄 대비 대폭 증가)
• /remote-control — 모바일 브라우저에서 현재 Claude 세션에 원격 접속
• /context — 컨텍스트 사용량 확인 (50%, 80%, 90% 단계별 관리 권장)
• Bare 모드 (--bare) — API 키 사용자 전용, 불필요한 초기화 없이 즉시 실행
• Agent Teams (v2.1.81) — 프롬프트 한 줄로 여러 에이전트를 병렬 실행
• BotFather — 텔레그램 봇 생성 및 토큰 ...</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E65C0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텔레그램 채널 연동 순서: bun 설치 → 플러그인 마켓에서 텔레그램 설치 → BotFather로 봇 생성 및 토큰 발급 → /telegram configure로 토큰 등록 → claude --channel plugin:telegram 으로 실행
• 64K 출력 확장으로 코드가 중간에 잘리는 문제가 해결됐다. Opus 모델은 128K까지 지원한다
• Remote Control은 PC 세션이 살아있는 동안만 유지된다. 세션이 종료되면 원격 연결도 끊긴다
• 컨텍스트 사용량이 50%를 넘으면 /compact로 압축하는 것을 권장한다. 너무 많이 들고 가면 품질이 떨어질 수 있다
• Agent Teams는 팀원 역할(백엔드, 프론트엔드, 테스터 등)을 지정하면 병렬로 각 역...</a:t>
            </a:r>
          </a:p>
        </p:txBody>
      </p:sp>
      <p:sp>
        <p:nvSpPr>
          <p:cNvPr id="11" name="Rectangle 10"/>
          <p:cNvSpPr/>
          <p:nvPr/>
        </p:nvSpPr>
        <p:spPr>
          <a:xfrm>
            <a:off x="6236208" y="3977639"/>
            <a:ext cx="5742432" cy="2724912"/>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E65C0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텔레그램 연동이 핵심: 주식 자동화 봇을 만들면 텔레그램에서 "오늘 추천 종목 뭐야?" 한 마디로 Claude에게 분석 요청을 보낼 수 있다. 바로보기님이 이미 구축 중인 Firebase 채팅탭보다 훨씬 간단한 구조다
• 모바일 제어: 외출 중에도 텔레그램 봇으로 주식 데이터 확인, 종목 분석, 포트폴리오 상태 조회가 가능해진다
• Agent Teams로 분석 병렬화: 국내주식 분석 에이전트 + 미국주식 분석 에이전트 + 포트폴리오 리밸런싱 에이전트를 동시에 돌릴 수 있다
• 64K 출력으로 긴 분석 리포트 한 번에 받기: 종목 분석이나 재무 분석 리포트가 중간에 잘리지 않고 완전히 출력된다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이번 달  #10  왜 유튜브에서 본 트레이딩 전략들이 실전에서 안 통할까? '클로드 /GOAL'</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https://youtu.be/uT_3KSeEOGc   |   📅 2026-05-24   |   👁 2,737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E65C0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Claude의 /goal 슬래시 커맨드를 사용해 트레이딩 전략(CANSLIM, 핀비즈, 어닝 트레이드)의 백테스트를 AI가 스스로 수행하고 버그까지 수정하는 과정을 보여주는 영상입니다. 1년치(51주) 데이터로 시작해 5년치로 확장하며, 에러가 나도 AI가 혼자 수정하며 목표를 달성할 때까지 자동 반복합니다.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E65C0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/goal 슬래시 커맨드 — 목표 달성까지 자율 반복 실행 (단순 1턴 명령과 다름)
• Claude Opus 4.7 1M Max — 영상에서 사용한 모델 (1백만 토큰 컨텍스트)
• Python 백테스트 스크립트 — 자동 생성 및 버그 수정
• GitHub 클로드 트레이딩 스킬 — 대가들의 분석 방법 집합소
• Notion 프롬프트 공유 — 따라하기용 프롬프트 제공
• SPY/RSP/QQQ/IWM — 멀티 벤치마크 비교 지표</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E65C0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/goal은 기존 1턴 명령과 달리 완료 조건이 충족될 때까지 AI가 자율 반복한다
• 실행 중 에러가 나도 사용자 개입 없이 AI가 스스로 수정하며 진행한다
• 백테스트 결과: 캔슬림 스캐너 SPY 대비 +25%, 핀비즈 +11%, 어닝 트레이드 +17.7%
• 1년치 데이터는 통계적 유의성이 부족 → 5년치로 확장해야 신뢰도 높아진다
• 위클리 리밸런싱으로 현재 시장에서 잘 통하는 전략을 매주 추적해야 한다
• /goal 실행 시 권한 건너뛰기 체크가 필수 (안 하면 중간에 멈춤)
• 토큰 소모가 매우 크므로 토큰 여유가 있을 때 실행 권장 (19,000K 이상 사용)
• 한계점 발견 후 "이 부분을 극복시켜줘"라는 추가 골 명령으로 개선 가능</a:t>
            </a:r>
          </a:p>
        </p:txBody>
      </p:sp>
      <p:sp>
        <p:nvSpPr>
          <p:cNvPr id="11" name="Rectangle 10"/>
          <p:cNvSpPr/>
          <p:nvPr/>
        </p:nvSpPr>
        <p:spPr>
          <a:xfrm>
            <a:off x="6236208" y="3977639"/>
            <a:ext cx="5742432" cy="2724912"/>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E65C0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/goal은 n8n의 자동화 워크플로우와 비슷한 개념 — 한 번 설정하면 알아서 돌아가는 자율 실행 방식이다
• 주식 전략 백테스트를 매주 자동으로 돌려 "현재 시장에서 어떤 전략이 통하는지" 파악하는 용도로 쓸 수 있다
• Claude Code에 /goal 커맨드를 등록하고, 노션에서 프롬프트를 복사해 붙여넣으면 바로 실행 가능
• n8n 워크플로우에서 Claude API를 호출할 때, 단순 1회성 응답이 아니라 목표 기반 반복 실행이 가능하다는 점을 참고할 것</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이번 달  #11  2026년 클로드 금융 n8n을 만들었습니다</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https://youtu.be/Imxj_T3bilM   |   📅 2026-05-04   |   👁 8,071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E65C0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Claude로 직접 개발한 금융 분석 자동화 프로그램 'AlphaForge'를 소개하는 영상입니다. n8n처럼 시각적 노드 연결 방식으로 종목 필터링(박스권 돌파, 이평선 정배열, 외국인/기관 매수), AI 분석(DeepSeek), 뉴스 검색(Perplexity), 텔레그램 자동 전송까지 하나의 파이프라인으로 묶은 시스템입니다.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E65C0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AlphaForge — Claude로 만든 자체 금융 n8n (시각적 노드 연결 방식)
• 시각적 노드 연결: 박스권 돌파 → 이평선 정배열 → 외국인 매수 → 기관 매수 → AI 분석
• Perplexity API — 필터링된 종목 최신 뉴스 자동 검색
• OpenRouter + DeepSeek — AI 분석 엔진 (시스템/유저 프롬프트 설정 가능)
• 텔레그램 봇 — 분석 결과 리포트 자동 전송 (봇 토큰 + 채팅 ID 설정)
• 엑셀 다운로드 — 종목 분석 결과 표 형태로 저장
• DART 공시, KRX 시세 — 기업 재무 및 공시 데이터 연동
• 백테스트 기능 — 파라미터(보유 일수, 손절/익절 비율) 설정 ...</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E65C0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n8n 방식의 시각적 노드 연결로 코딩 없이 투자 파이프라인을 구성할 수 있다
• 종목 필터링 단계: 전체 코스피/코스닥 → VCP 패턴/박스권 돌파 → 이평선 정배열 → 외국인/기관 매수 → 점수 필터(0.6 이상)
• AND/OR 조건 결합으로 "두 조건 모두 충족" 또는 "하나라도 충족" 종목을 유연하게 필터링할 수 있다
• Perplexity API로 뉴스 검색 시 비용이 발생하므로 종목 수 제한 필요 (영상에서는 5개 제한)
• DeepSeek 모델로 AI 분석 시 종목별 점수 및 순위 리포트가 자동 생성된다
• 텔레그램 봇 연동: 봇 토큰과 채팅 ID 입력 → 분석 완료 시 자동으로 리포트 수신 가능
• 현재 개발 완료 단계이며 무료 베타 테스트 예정. 추후...</a:t>
            </a:r>
          </a:p>
        </p:txBody>
      </p:sp>
      <p:sp>
        <p:nvSpPr>
          <p:cNvPr id="11" name="Rectangle 10"/>
          <p:cNvSpPr/>
          <p:nvPr/>
        </p:nvSpPr>
        <p:spPr>
          <a:xfrm>
            <a:off x="6236208" y="3977639"/>
            <a:ext cx="5742432" cy="2724912"/>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E65C0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이 영상이 바로보기님 목표의 완성형 참고 모델이다. n8n과 거의 동일한 구조로 주식 자동화를 구현했음
• AlphaForge처럼 종목 필터링 → AI 분석 → 텔레그램 전송 파이프라인을 n8n으로 그대로 재현할 수 있다
• n8n에서 HTTP 노드로 Perplexity/DeepSeek API를 호출하고, 텔레그램 노드로 결과를 전송하는 구조가 완벽히 동일하다
• 한국투자증권 KIS API + 종목 필터링 조건 + Claude 분석을 n8n 워크플로우로 연결하면 AlphaForge와 동일한 시스템이 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371600"/>
          </a:xfrm>
          <a:prstGeom prst="rect">
            <a:avLst/>
          </a:prstGeom>
          <a:noFill/>
        </p:spPr>
        <p:txBody>
          <a:bodyPr wrap="square">
            <a:spAutoFit/>
          </a:bodyPr>
          <a:lstStyle/>
          <a:p>
            <a:pPr algn="ctr"/>
            <a:r>
              <a:rPr sz="5400" b="1">
                <a:solidFill>
                  <a:srgbClr val="FFFFFF"/>
                </a:solidFill>
              </a:rPr>
              <a:t>🟢 나중에</a:t>
            </a:r>
          </a:p>
        </p:txBody>
      </p:sp>
      <p:sp>
        <p:nvSpPr>
          <p:cNvPr id="4" name="TextBox 3"/>
          <p:cNvSpPr txBox="1"/>
          <p:nvPr/>
        </p:nvSpPr>
        <p:spPr>
          <a:xfrm>
            <a:off x="914400" y="3840480"/>
            <a:ext cx="10058400" cy="548640"/>
          </a:xfrm>
          <a:prstGeom prst="rect">
            <a:avLst/>
          </a:prstGeom>
          <a:noFill/>
        </p:spPr>
        <p:txBody>
          <a:bodyPr wrap="square">
            <a:spAutoFit/>
          </a:bodyPr>
          <a:lstStyle/>
          <a:p>
            <a:pPr algn="ctr"/>
            <a:r>
              <a:rPr sz="2200" b="0">
                <a:solidFill>
                  <a:srgbClr val="FFFFFF"/>
                </a:solidFill>
              </a:rPr>
              <a:t>시스템 안정화 후 학습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나중에  #12  2026년 가장 잘 맞는 주식 매매법_feat 클로드코드 퀀트매매</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https://youtu.be/luZQNhehDXU   |   📅 2026-06-13   |   👁 1,678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1B5E2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6주 이상 기록한 다양한 퀀트 트레이딩 전략(VCP, 플로우 모멘텀, 내러티브 모멘텀 등)의 주간 수익률 매트릭스를 공개하고, 하락장에서도 방어력이 좋았던 '내러티브 모멘텀' 전략의 알고리즘을 무료 공유하는 영상입니다. 뉴스와 공시 속 이야기를 종목 점수로 바꾸는 6단계 프로세스를 설명합니다.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1B5E2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내러티브 모멘텀(Narrative Momentum) — 뉴스/공시 발생 직후 자금 쏠림을 정량화하는 전략
• Claude Code — 전략 코드 구현 도구 (바이브 코딩에도 적용 가능)
• 6단계 연산 프로세스: 뉴스 수집 → 이야기 추출 → 점수 부여 → 테마 분류 → 종목 점수 배분 → 모멘텀 순위 출력
• Notion 전략 노션 — 스탠드얼론 코드 및 전략 문서 공유
• 코스피/S&amp;P 500 — 국내·미국 시장 비교 분석</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1B5E2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단 하나의 전략(VCP 등)에만 의존하면 시장 변동성(하락장)에 취약해진다 — 여러 전략을 조합해야 한다
• 미국 시장(S&amp;P 500)은 한국 코스피보다 낙폭이 작고 안정적이지만, 수익률도 상대적으로 낮다
• 내러티브 모멘텀의 6단계: 오늘 뉴스 수집 → 트렌드 이야기 추출 → 이야기별 점수 부여 → 테마 분류 → 테마 종목에 점수 배분 → 점수 높은 순 추천
• 점수는 누적 방식: 같은 이슈가 반복될수록 곱하기가 들어가 점수가 올라간다 (트렌드 강화 반영)
• 악재에는 감점(-), 호재에는 가점(+) 적용. 예: 에너지 호재 +133점, 지정학 리스크 악재 -28점
• 매일 자동화된 데이터 누적이 전략 신뢰성의 핵심 — 쌓인 데이터가 많을수록 정확도 향상
• HD현대...</a:t>
            </a:r>
          </a:p>
        </p:txBody>
      </p:sp>
      <p:sp>
        <p:nvSpPr>
          <p:cNvPr id="11" name="Rectangle 10"/>
          <p:cNvSpPr/>
          <p:nvPr/>
        </p:nvSpPr>
        <p:spPr>
          <a:xfrm>
            <a:off x="6236208" y="3977639"/>
            <a:ext cx="5742432" cy="2724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1B5E2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n8n 워크플로우로 내러티브 모멘텀을 구현할 수 있다: HTTP 노드로 뉴스 수집 → Claude 노드로 이야기 추출 및 점수 부여 → 데이터베이스 노드에 누적 저장 → 텔레그램으로 상위 종목 전송
• 점수 누적을 위해 n8n에 Google Sheets 또는 Supabase 같은 데이터베이스 연결이 필요하다
• 전략 노션에서 스탠드얼론 코드를 받아 Claude Code에 붙여넣으면 바로 실행 가능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나중에  #13  클로드 Fable로 만든 세력 추적기 퀀트매매</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https://youtu.be/75tdDICUwME   |   📅 2026-06-12   |   👁 963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1B5E2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 Fable 모델로 개발한 국내 주식 세력 추적 프로그램 'DeepFlow'를 소개하는 영상입니다. 해외에서 유료 구독으로 사용되던 오더플로우(Footprint) 분석을 국내 주식 시장에 적용했습니다. 대량 매수/매도 벽 추적, 체결 강도 분석, 실시간 테마별 자금 흐름까지 하나의 프로그램으로 확인 가능합니다.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1B5E2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Fable — 프로그램 개발에 사용한 Claude 모델 (영상 제목에 명시)
• DeepFlow — 개발된 세력 추적 프로그램 이름
• KIS (한국투자증권) 오픈 API — 실시간 주가 및 체결 데이터 수집 (BYOK 방식, 외부 서버 없음)
• Footprint/오더플로우 분석: 가격대별 매수/매도 체결 강도 시각화
• DOM (Depth of Market): 호가창 기반 매수/매도 벽 분석
• Python — 3단계 설치, 10분 내 실행 가능
• 모의투자 API — 추가 연동 시 종목 수 41개 → 82개로 확장</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1B5E2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빨간 네모(매도 벽 = 저항), 하늘색 네모(매수 벽 = 지지), 주황 삼각형(대량 매수 신호)으로 세력의 움직임을 시각적으로 파악할 수 있다
• 주황 삼각형(대량 매수)이 나타난 구간에서 주가가 상승했음을 차트로 확인 가능하다
• 10억 이상 거래 필터링으로 기관/외국인 추정 대형 거래를 추적할 수 있다
• 테마 종합 메뉴: 반도체↔IT 플랫폼 간 실시간 자금 이동을 시각화해 섹터 로테이션을 파악한다
• 사용자 PC에만 데이터 저장 (BYOK 방식) — 개인 정보 보안 우수
• 이벤트 메뉴: 스탑런, 상방/하방 신호, 매수 흡수 등 주요 이벤트를 자동 기록
• 현재 유료화 예정 프로그램 — 인프런 강의 수강생에게 소스코드 제공 예정</a:t>
            </a:r>
          </a:p>
        </p:txBody>
      </p:sp>
      <p:sp>
        <p:nvSpPr>
          <p:cNvPr id="11" name="Rectangle 10"/>
          <p:cNvSpPr/>
          <p:nvPr/>
        </p:nvSpPr>
        <p:spPr>
          <a:xfrm>
            <a:off x="6236208" y="3977639"/>
            <a:ext cx="5742432" cy="2724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1B5E2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KIS 오픈 API로 실시간 체결 데이터를 가져오는 방식을 n8n 워크플로우에 적용할 수 있다
• n8n에서 KIS API → 체결 강도 계산 → 대량 매수 감지 → 알림(텔레그램) 자동화가 가능하다
• 테마별 자금 흐름 모니터링을 n8n 주기적 실행(매 1분마다)으로 자동화하면 세력 추적 시스템을 구현할 수 있다
• Claude Fable 모델이 이런 복잡한 UI 프로그램 개발에 사용됐다는 점 주목 — 복잡한 금융 프로그램 개발에 적합한 모델로 보임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나중에  #14  AI 1000명이 진짜 주식 데이터로 토론합니다 (소스코드 무료 공개) -클로드&amp;GPT</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https://youtu.be/TH_UUE017vY   |   📅 2026-04-12   |   👁 3,839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1B5E2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GitHub에서 한 달 만에 5만 스타를 받은 MiroFish 프로젝트를 기반으로, 실제 13차원 금융 데이터(ASCII Brain)를 연동해 AI 증권사 리서치센터를 구축한 사례다. 뉴스 한 줄을 입력하면 성향이 다른 5명의 AI 전문가가 실제 데이터를 근거로 토론하고, 가상 트위터에서 여론을 형성하며, CIO(최고투자책임자)가 최종 투자 비중을 결정한다. 바이브 코딩으로 2주 만에 완성했다.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1B5E2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MiroFish — GitHub 5만 스타 오픈소스, AI 에이전트 시뮬레이션 프레임워크
• ASCII Brain (13차원 데이터) — 자체 개발 금융 지식 그래프 시스템
• 이벤트 인과관계 네트워크 — 경제 이벤트와 종목/섹터 간 관계를 노드/엣지로 표현
• 가상 트위터 시뮬레이션 — AI 에이전트들이 포스트, 댓글, 좋아요로 여론 형성
• ReACT 루프 — CIO 에이전트가 추가 정보를 수집하고 추론하며 최종 판정을 내리는 방식
• 바이브 코딩 — 자연어 프롬프트로 소프트웨어를 구축하는 개발 방식
• Claude Code — 전체 시스템 개발 도구</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1B5E2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시스템 구조: 뉴스 입력 → 금융 지식 그래프 참조 → 5명의 AI 전문가 토론 (2라운드) → 가상 트위터 여론 형성 → CIO ReACT 최종 판정
• 각 AI 전문가는 고유한 역할을 가진다: 리스크 관리자, 모멘텀 트레이더, 퀀트 분석가, 역발상 투자자, 정책 전문가 등
• 토론 라운드가 늘수록 의견이 더 정교해진다. 1라운드 분석을 2라운드에서 업그레이드하는 구조다
• 가상 트위터 시뮬레이션에서 AI 에이전트들은 포스트를 쓰고 댓글을 달며 여론을 형성한다
• CIO는 도구 3회, 추론 4회를 사용해 장단기 투자 전략(단기 방어적/중기 선별적)을 도출한다
• 트럼프 145% 관세 부과 시나리오 분석 결과: 중립 판정, 장기 모니터링 1~4주 권고
• 바이브 코딩으...</a:t>
            </a:r>
          </a:p>
        </p:txBody>
      </p:sp>
      <p:sp>
        <p:nvSpPr>
          <p:cNvPr id="11" name="Rectangle 10"/>
          <p:cNvSpPr/>
          <p:nvPr/>
        </p:nvSpPr>
        <p:spPr>
          <a:xfrm>
            <a:off x="6236208" y="3977639"/>
            <a:ext cx="5742432" cy="2724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1B5E2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AI 토론 방식의 투자 판단: 단일 AI가 "사라/팔아라"고 결정하는 것보다 여러 AI가 토론해 결론을 내리면 훨씬 신뢰할 수 있다. 바로보기님의 자동화 시스템에 이 방식을 도입할 수 있다
• 가상 트위터 여론 분석: 실제 소셜미디어 데이터를 AI가 시뮬레이션하면 여론 변화를 사전에 예측할 수 있다. n8n으로 실제 트위터/Reddit 데이터를 수집해 연동하면 더 강력해진다
• ReACT 루프 패턴 학습: CIO가 도구를 사용하고 추론하는 ReACT 방식은 AI 에이전트 설계의 핵심 패턴이다. n8n 워크플로우에서도 이 패턴을 적용할 수 있다
• 오픈소스 MiroFish 활용: GitHub에서 바로 가져다 쓸 수 있는 완성된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나중에  #15  AI 애널리스트 1000명이 토론하면 '상승' 을 알수 있다?  (소스코드 무료 공개) -클로드&amp;GPT</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https://youtu.be/DjuPRizNGj8   |   📅 2026-04-18   |   👁 2,117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1B5E2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10명의 AI 애널리스트가 DART 재무 데이터, 10일 수급, 인과관계 그래프를 기반으로 끝장 토론을 벌여 종목에 대한 투자 의견(매수/중립/매도)을 도출하는 시스템이다. 삼성전자를 예시로 28초 만에 분석을 완료하며, 소스코드가 무료로 공개된다. Gemini 3.1 Pro와 GPT-5-mini 기반으로 구동되며 Claude Code로 개발했다.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1B5E2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멀티 에이전트 토론 시스템 — 10명의 AI 전문가(분석가 6명 + 리서처 2명 + 토론단)가 역할 분담
• EKG 인과관계 그래프 — 종목과 연관 요소들 사이의 인과관계를 노드/엣지로 시각화
• DART API — 한국 기업 재무 데이터 수집 (공시 정보)
• Gemini 3.1 Pro — 고성능 추론 모델, 주요 분석 담당
• GPT-5-mini — 경량 분석 모델, 빠른 처리 담당
• Next.js 16 — 프론트엔드 웹 대시보드
• d3.js Force Graph — 인과관계 그래프 시각화 라이브러리
• Claude Code — 전체 시스템 개발 도구
• Claude Desktop — 데스크탑 앱 버전, CL...</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1B5E2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시스템 동작 순서: 종목 입력 → 26년 과거 데이터 학습 → 인과관계 그래프 생성 → 애널리스트 배치 → 토론 → 투자 의견 도출
• AI 애널리스트는 종목 특성에 맞게 자동 생성된다 (예: 삼성전자면 반도체/수출 전문가 생성)
• 각 애널리스트는 과거 데이터와 32개 논문을 참고해 미래를 예측하고 서로 다른 의견을 토론한다
• 전문가 수를 늘릴수록 분석 정밀도가 높아지나 API 비용도 증가한다 (실연에서는 7명으로 진행)
• 인과관계 그래프에서 노드를 클릭하면 해당 요소와 연결된 뉴스/데이터를 확인할 수 있다
• 데모 파일로 먼저 테스트하고, 자신이 가진 실제 데이터를 점진적으로 추가하는 방식으로 확장한다
• Claude Desktop이 출시되어 CLI와 동일하게 ...</a:t>
            </a:r>
          </a:p>
        </p:txBody>
      </p:sp>
      <p:sp>
        <p:nvSpPr>
          <p:cNvPr id="11" name="Rectangle 10"/>
          <p:cNvSpPr/>
          <p:nvPr/>
        </p:nvSpPr>
        <p:spPr>
          <a:xfrm>
            <a:off x="6236208" y="3977639"/>
            <a:ext cx="5742432" cy="2724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1B5E2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AI 애널리스트 전략을 주식 자동화에 접목: 바로보기님의 n8n 자동화 시스템에 이 멀티 에이전트 분석 시스템을 연결하면 매일 자동으로 종목 분석 리포트가 생성된다
• DART API 활용: 국내 주식 자동화의 핵심 데이터 소스. 재무제표, 공시 정보를 자동으로 수집해 AI 분석에 입력할 수 있다
• 인과관계 그래프 개념 활용: 종목 간 상관관계, 섹터 연동성을 시각화하면 포트폴리오 리스크 관리에 도움이 된다
• 소스코드 무료: 데모부터 시작해 바로보기님의 데이터를 점진적으로 추가하면 개인화된 AI 애널리스트 시스템을 만들 수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나중에  #16  클로드(Claude)로 구축한 저평가 주식 찾기</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https://youtu.be/p_72pMoEiFQ   |   📅 2026-05-17   |   👁 3,246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1B5E2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Claude로 개발한 섹터 분석 시스템 'The Desk - Sector Anatomy'를 소개하는 영상입니다. 완성품(테슬라 옵티머스 등) 대신 세부 부품(비전 센서, 정밀 베어링, 감속기 등) 단위로 상대 강도를 분석해 저평가 종목을 찾는 방법론입니다. 6가지 평가 축을 조합한 100점 만점 스코어링으로 매일 자동 갱신됩니다.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1B5E2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The Desk - Sector Anatomy — Claude로 개발한 웹 기반 섹터 분석 시스템
• 6 Axis Cross-check 스코어링 — 통계/성장/PER/EV-Sales/시총/자금흐름 6가지 평가 조합
• DART API — 기업 재무, 공시, 공급계약 데이터 수집
• KIS (한국투자증권) API — 자금 흐름, 수급 데이터
• SEC 내부거래 데이터 — 미국 기업 내부자 거래 정보
• Gemini Grounding (웹서치 API) — 납품처 검증에 사용
• ChatGPT 이미지 + 좌표 직접 입력 — 부품 분해도 이미지에 좌표 맵핑</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1B5E2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완성품 주가가 오를 때 세부 부품 종목의 상대 강도를 비교해 저평가 종목을 먼저 찾는 방법론 (자동차 정비공 접근법)
• DB하이텍(납품처 미확인, 이미 많이 오름), 라온피플(휴머노이드 납품 검증됨, 54%p 갭), CS베어링(풍력 납품, 로봇은 없음) 사례를 통해 분석법 설명
• 한 종목이 100점 만점을 받으면 과열 신호로 해석, 95점으로 캡(상한)을 두는 오버컨피던스 방지 로직 적용
• AI/로보틱스 테마는 PER이 높을수록 오히려 성장성에 가산점을 줘야 한다는 역발상 적용
• 매일 자동 갱신: 시세, 공시, 수급이 매일 반영되어 저평가 종목이 지속 탐색됨
• 부품 분해도 이미지에 직접 좌표를 찍어 LLM에 전달하는 독특한 방식 사용</a:t>
            </a:r>
          </a:p>
        </p:txBody>
      </p:sp>
      <p:sp>
        <p:nvSpPr>
          <p:cNvPr id="11" name="Rectangle 10"/>
          <p:cNvSpPr/>
          <p:nvPr/>
        </p:nvSpPr>
        <p:spPr>
          <a:xfrm>
            <a:off x="6236208" y="3977639"/>
            <a:ext cx="5742432" cy="2724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1B5E2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n8n에서 DART API → KIS 수급 API → Claude 분석 → 점수 산출 → 저평가 리스트 출력 파이프라인으로 이 시스템을 그대로 재현할 수 있다
• 섹터별 부품 트리(상위 테마 → 세부 부품 종목)를 미리 정리해두면, 테마 이슈 발생 시 자동으로 관련 부품 종목 스크리닝이 가능하다
• 오버컨피던스 방지 로직(점수 상한 설정)은 자동 매매 시스템에도 리스크 관리 규칙으로 도입할 수 있는 좋은 아이디어다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나중에  #17  트레이딩뷰 유저라면 무조건 써야 하는 역대급 클로드(Claude) 코딩 꿀팁</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https://youtu.be/Rp8ZRPrqeXk   |   📅 2026-06-06   |   👁 3,098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1B5E2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Claude와 MCP(Model Context Protocol)를 트레이딩뷰 데스크톱 앱에 연동하여, 연간 2,000달러짜리 유료 플랜 기능(차트 분석, 보조지표, 지지저항선 등)을 무료로 구현하는 방법을 보여주는 영상입니다. AI 명령 한 번으로 EMA/MACD/RSI 지표 표시부터 일일 리스크 대시보드 HTML 파일 자동 생성까지 가능합니다.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1B5E2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 MCP (Model Context Protocol) — 트레이딩뷰와 Claude를 연동하는 핵심 프로토콜
• 트레이딩뷰 데스크톱 앱 — 브라우저 버전이 아닌 로컬 설치 앱 필요
• 파인 에디터 (Pine Editor) — Claude가 자동으로 코드 작성해 차트에 반영
• 보조지표: EMA(8일/20일/50일), MACD, RSI
• MCP GitHub 소스 — 해외 개발자(잭슨)가 오픈소스로 공개
• HTML 대시보드 — 일일 리스크 대시보드 자동 생성</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1B5E2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MCP 설치 후 Claude와 트레이딩뷰를 연동하면 AI 명령으로 차트를 직접 조작할 수 있다
• SK하이닉스 현재가, OHLC(시가/고가/저가/종가) 데이터를 Claude가 실시간으로 가져온다
• "현대 중공업 스윙 고점·저점 찾아서 차트에 표시해줘"처럼 자연어로 요청하면 파인 에디터 코드를 자동 작성해 차트에 반영한다
• HH(고점 갱신)/LL(저점 갱신) 구조 분석, 지지·저항선 자동 표시가 가능하다
• 원하는 종목 입력 시 차트 해석 리포트(추세, 모멘텀, 매매 포인트)가 자동 생성된다
• 클릭형 일일 리스크 대시보드를 HTML로 뽑을 수 있고, 종목별 RSI/EMA 현황을 한눈에 볼 수 있다
• 트레이딩뷰 유료 구독 없이 유사 기능을 무료로 구현 가능 (한 달...</a:t>
            </a:r>
          </a:p>
        </p:txBody>
      </p:sp>
      <p:sp>
        <p:nvSpPr>
          <p:cNvPr id="11" name="Rectangle 10"/>
          <p:cNvSpPr/>
          <p:nvPr/>
        </p:nvSpPr>
        <p:spPr>
          <a:xfrm>
            <a:off x="6236208" y="3977639"/>
            <a:ext cx="5742432" cy="2724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1B5E2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n8n에서 트레이딩뷰 MCP를 연동하면 종목 리스트를 자동으로 차트 분석하는 파이프라인을 만들 수 있다
• Claude에게 "관심 종목 10개 차트 해석해줘" 명령 → 결과를 HTML 대시보드로 저장 → n8n이 주기적으로 실행하는 자동화 구조가 가능하다
• MCP 방식은 Claude가 외부 앱(트레이딩뷰)을 직접 제어하는 구조 — n8n의 노드 연결 방식과 유사한 개념이라 이해하기 쉽다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나중에  #18  [무료] Claude Code Agent Teams 완벽 가이드: MD 파일 하나로 미국 주식 자동투자 대시보드 자동 생성</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https://youtu.be/XkWnD39DjCQ   |   📅 2026-02-09   |   👁 5,268   |   📂 Claude Code 툴 &amp; 설정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1B5E20"/>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 Code의 실험적 기능인 Agent Teams를 사용하면 MD 파일(기획서) 하나만으로 백엔드, 프론트엔드, 테스터 에이전트가 동시에 프로젝트를 빌드한다. 미국 주식 분석 대시보드를 15분 만에 만드는 과정을 직접 시연하며, 단일 에이전트 대비 속도가 2~3배 빠르다. 비용은 좀 더 들지만 에러율이 낮고 효율성이 높다.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1B5E20"/>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Agent Teams — 실험적 기능, CLAUDE_CODE_EXPERIMENTAL_AGENT_TEAMS=1 환경변수로 활성화
• tmux — 터미널 분할창 도구, 에이전트별 진행 상황을 시각적으로 확인
• iTerm2 — macOS 터미널 앱, Agent Teams 분할창 모드 지원
• claude --teammate-mode tmux — 팀메이트 모드로 실행하는 명령어
• MD 파일 (스펙 파일) — 백엔드/프론트엔드 요구사항을 담은 기획서 역할
• Flask — 백엔드 파이썬 웹 서버 프레임워크
• Next.js — 프론트엔드 React 기반 웹 프레임워크
• --dangerously-skip-permissio...</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1B5E20"/>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Agent Teams 활성화: claude.json의 env 섹션에 CLAUDE_CODE_EXPERIMENTAL_AGENT_TEAMS: "1" 추가
• tmux를 설치하면 각 에이전트(백엔드, 프론트엔드, 테스터)가 별도 창에서 작업하는 모습을 볼 수 있다
• 실행 명령어: claude --dangerously-skip-permissions --teammate-mode tmux
• MD 파일에 백엔드/프론트엔드 역할과 스펙을 명시하면 각 에이전트가 독립적으로 담당 부분을 구현한다
• 테스터 에이전트는 백엔드나 프론트엔드가 완료될 때 알림을 받아 즉시 테스트를 실행한다
• 팀원 에이전트들은 서로 결과를 교환하며 협력한다 (단순 병렬이 아닌 진짜 팀 협업 구조)
• 비용:...</a:t>
            </a:r>
          </a:p>
        </p:txBody>
      </p:sp>
      <p:sp>
        <p:nvSpPr>
          <p:cNvPr id="11" name="Rectangle 10"/>
          <p:cNvSpPr/>
          <p:nvPr/>
        </p:nvSpPr>
        <p:spPr>
          <a:xfrm>
            <a:off x="6236208" y="3977639"/>
            <a:ext cx="5742432" cy="2724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1B5E20"/>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주식 자동화 대시보드 구축에 직접 활용: MD 파일에 "국내주식 데이터 수집 백엔드", "대시보드 프론트엔드", "API 테스터" 역할을 정의하면 세 에이전트가 동시에 만들어준다
• 개발 속도 2~3배 향상: 바로보기님처럼 코딩 초보자가 혼자 순차적으로 만들 때보다 훨씬 빠르게 완성된다
• MD 기획서 작성이 핵심 스킬: 코드를 직접 쓰는 대신 MD 파일에 원하는 기능을 잘 정리하는 능력이 중요해진다
• n8n 워크플로우도 Agent Teams로 구축: n8n 자동화 흐름을 설계하는 MD 파일을 만들어 Agent Teams에게 구현을 맡길 수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371600"/>
          </a:xfrm>
          <a:prstGeom prst="rect">
            <a:avLst/>
          </a:prstGeom>
          <a:noFill/>
        </p:spPr>
        <p:txBody>
          <a:bodyPr wrap="square">
            <a:spAutoFit/>
          </a:bodyPr>
          <a:lstStyle/>
          <a:p>
            <a:pPr algn="ctr"/>
            <a:r>
              <a:rPr sz="5400" b="1">
                <a:solidFill>
                  <a:srgbClr val="FFFFFF"/>
                </a:solidFill>
              </a:rPr>
              <a:t>⚫ 참고</a:t>
            </a:r>
          </a:p>
        </p:txBody>
      </p:sp>
      <p:sp>
        <p:nvSpPr>
          <p:cNvPr id="4" name="TextBox 3"/>
          <p:cNvSpPr txBox="1"/>
          <p:nvPr/>
        </p:nvSpPr>
        <p:spPr>
          <a:xfrm>
            <a:off x="914400" y="3840480"/>
            <a:ext cx="10058400" cy="548640"/>
          </a:xfrm>
          <a:prstGeom prst="rect">
            <a:avLst/>
          </a:prstGeom>
          <a:noFill/>
        </p:spPr>
        <p:txBody>
          <a:bodyPr wrap="square">
            <a:spAutoFit/>
          </a:bodyPr>
          <a:lstStyle/>
          <a:p>
            <a:pPr algn="ctr"/>
            <a:r>
              <a:rPr sz="2200" b="0">
                <a:solidFill>
                  <a:srgbClr val="FFFFFF"/>
                </a:solidFill>
              </a:rPr>
              <a:t>필요 시 참고</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#19  [New] 클로드 파이낸스 에이전트 주식 활용법｜전체 설치 가이드</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https://youtu.be/MVmA8RRqqf0   |   📅 2026-06-07   |   👁 2,237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Claude의 새로운 금융 특화 기능인 Cowork와 Finance Agents 플러그인을 활용해 주식 분석을 자동화하는 방법을 소개합니다. 삼성전자 모닝 노트를 AI가 자동으로 생성해서 Word 파일로 저장하고, 한국 반도체 섹터 종목 스크리닝 보고서도 자동으로 만드는 과정을 시연합니다. 데스크탑 앱 설정과 GitHub 저장소 플러그인 연동 방법까지 포함합니다.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데스크탑 앱 (금융 플러그인 연동)
• Claude Cowork (금융 맞춤형 협업 기능)
• Finance Agents 플러그인 (Claude 공식 금융 분석 플러그인)
• GitHub 저장소 플러그인 연동
• Word 파일 자동 생성 (모닝 노트 보고서)
• 종목 스크리닝 자동화 (한국 반도체 섹터)</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Claude 데스크탑 앱에서 금융 플러그인을 설정하는 방법
• GitHub 저장소를 플러그인으로 연동하는 방법
• AI가 삼성전자 분석 모닝 노트를 자동 생성하고 Word 파일로 저장하는 과정
• 한국 반도체 섹터 종목을 AI가 자동으로 스크리닝하고 보고서를 만드는 과정
• Finance Agents 플러그인의 설치 방법과 활용 범위
• 주식 분석 업무를 AI에게 위임하는 워크플로우 구성</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이 영상에서 소개하는 Finance Agents 플러그인은 n8n 없이도 Claude 자체에서 주식 데이터를 가져오고 분석 보고서를 만드는 기능을 제공합니다. 바로보기님이 n8n 시스템을 구축하기 전이나 병행해서 "오늘의 관심 종목 모닝 노트"를 Claude가 자동으로 만들어주는 용도로 바로 활용 가능합니다. Word 보고서 자동 생성 기법은 분석 결과를 정리하고 기록하는 데 응용할 수 있습니다.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#20  월 300만 원 배당금 앱, AI로 10분 만에 똑같이 만드는 법 (Claude 4.8- 클로드)</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https://youtu.be/jojLCq_uucY   |   📅 2026-05-30   |   👁 5,005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 Opus 4.8의 신기능 'Ultracode'와 'Workflows(하네스 엔지니어링)'를 활용해 월 300만 원 배당 포트폴리오 설계 및 백테스팅 웹앱을 10분 만에 코딩 없이 만드는 과정을 보여주는 영상입니다. 15가지 인컴 전략, 월별 현금흐름 시각화, SPY 대비 백테스트 결과가 포함된 실제 동작하는 앱입니다.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Opus 4.8 — 영상 시점 최신 모델 (Claude 4.8)
• Ultracode — Opus 4.8의 신기능: 기존 Low/Medium/High/Max 대신 추가된 최고 성능 모드 (토큰 소모 매우 큼)
• Workflows (하네스 엔지니어링) — 병렬 정적 검증 시스템. 여러 컨텍스트를 동시에 독립적으로 실행
• VS Code + Claude CLI — 개발 환경
• Python Flask — 웹앱 백엔드 프레임워크
• yfinance — 미국 주식 실제 배당 데이터 수집 (Yahoo Finance)
• 버전 요건 — Claude CLI v2.1.158 이상 필요</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Ultracode + Workflows 조합으로 10분 만에 실제 동작하는 금융 웹앱을 만들 수 있다
• 하네스 엔지니어링(Harness Engineering): 기존에는 작업을 순서대로 실행(1→2→3), 이제는 여러 컨텍스트를 병렬로 동시 실행 — JS 문법 검증/파이썬 컴파일/JSON 검증이 서로 독립적으로 돌아가 한 곳이 실패해도 다른 것에 영향 없음
• 배당 앱 기능: 목표 수령액(50만/100만/200만/300만 원) → 15가지 인컴 전략 선택 → 필요 투자금 계산 → 구성 종목 자동 산출 → 월별 현금흐름 차트
• yfinance로 실제 배당 데이터를 가져와 1년/3년/5년 백테스트 + SPY 대비 성과 비교 가능
• 프로젝트 문서(Master Build...</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배당 포트폴리오 앱 제작 방식을 응용해 n8n + Claude로 "주식 계좌 현황 자동 분석 웹앱" 을 빠르게 만들 수 있다
• Workflows(하네스 엔지니어링)를 활용하면 n8n의 병렬 실행 노드처럼 여러 검증을 동시에 돌릴 수 있다
• 노션에서 제공되는 템플릿 파일(Master Build Guide)을 Claude에 넣는 방식으로 개발하면, 설계 문서 → 코드 자동 생성 흐름이 n8n 워크플로우 설계와 유사하다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#21  클로드 디자인으로 만든 역대급 AI 주식 분석 UI (DESIGN.md 공개)</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https://youtu.be/Q7fZhPWAc0Q   |   📅 2026-04-20   |   👁 1,389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Anthropic Labs에서 제공하는 Claude Design(클로드 디자인)을 사용하면 자연어 프롬프트로 금융 대시보드 UI를 디자인할 수 있다. 완성된 디자인을 HTML로 내보내거나 Claude Code로 핸드오프(Handoff)해 실제 코드로 변환하는 전체 과정을 시연한다. 디자인 앱 없이 AI와 대화만으로 전문가 수준의 주식 분석 UI를 만들 수 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Design — Anthropic Labs 리서치 프리뷰, claude.ai/design으로 접속
• Wireframe / Fidelity 모드 — 간단한 스케치 또는 상세 디자인 선택 옵션
• DESIGN.md — 디자인 스타일 가이드를 저장하는 마크다운 파일
• Handoff 기능 — 완성된 디자인을 Claude Code 환경으로 직접 이관
• HTML 내보내기 — 디자인을 HTML 파일로 즉시 추출 가능
• Draw 기능 — 디자인 위에 직접 그려서 수정 요청 가능
• Terracotta + Cream 컬러 테마 — 월스트리트 저널 분위기의 금융 대시보드 스타일
• Export 옵션 — PNG, P...</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Claude Design 접속: claude.ai/design (현재 리서치 프리뷰, Anthropic Labs 제공)
• 프로젝트 이름 → 원하는 스타일 프롬프트 입력 → 여러 개의 빠른 질문 답변 → 디자인 생성 순서로 진행된다
• 질문 예시: "기존 UI가 있나요?", "무엇을 표시해야 하나요?", "와이어프레임 충실도는?"
• 오른쪽 상단 Edit 버튼으로 색상, 폰트, 크기를 실시간으로 변경할 수 있다
• 코멘트 기능으로 특정 영역을 클릭해 "이 부분 짧게 해줘" 같은 자연어 수정 요청이 가능하다
• Handoff 버튼 → 커맨드 복사 → Claude Code에 붙여넣기 하면 디자인을 실제 코드 프로젝트에 적용한다
• DESIGN.md 9개 섹션으로 저장해두면...</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주식 대시보드 UI를 디자인 지식 없이 만들기: Claude Design에 "ETF 펀드 플로우, 종목 추천, 매크로 분석을 보여주는 금융 대시보드"라고 입력하면 전문가 수준의 UI가 나온다
• DESIGN.md 재사용: 한번 마음에 드는 스타일을 정의해두면 바로보기님이 만드는 모든 프로젝트에 동일한 디자인 스타일을 적용할 수 있다
• Handoff로 즉시 코드화: 디자인이 완성되면 Claude Code에 Handoff해서 실제 작동하는 주식 대시보드로 변환할 수 있다. 디자인과 개발을 AI가 모두 담당한다
• 텔레그램 봇 UI도 가능: 텔레그램으로 받을 분석 결과의 포맷을 Claude Design으로 먼저 설계하면 더 깔끔한...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#22  [클로드 code] AI가 스스로 코딩하고 디버깅까지? Ralph Loop로 VCP 주식 매매 시스템 만들기</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https://youtu.be/AQ8MiLHaKPs   |   📅 2026-01-04   |   👁 3,759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 Code의 공식 플러그인 "Ralph Wiggum(라이프 루프)"을 소개합니다. 이 플러그인은 AI가 코드를 짜고 테스트하고 오류를 수정하는 과정을 사람의 개입 없이 자동으로 반복하는 도구입니다. 한 번만 엔터를 치면 AI가 스스로 완료될 때까지 디버깅을 반복하며, 이를 활용해 국내 주식 VCP 분석 대시보드 웹서비스를 자동으로 구축하는 실습을 진행합니다.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Ralph Wiggum 플러그인 (Claude Code 공식 플러그인 — 자율 반복 개발 루프)
• Claude Code 플러그인 마켓플레이스
• --completion-promise "DONE" 명령어 (완료 조건 설정)
• --max-iterations 옵션 (무한루프 방지 최대 반복 횟수)
• Antigravity(Cursor) (대안 에디터)
• VCP(Volatility Contraction Pattern) 분석 웹앱
• KR Market (한국 주식 VCP 시그널 대시보드)</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Ralph Wiggum이 무엇인지 — AI가 Task → 실행 → 오류확인 → 수정 → 재실행 사이클을 자동 반복하는 플러그인
• --max-iterations 설정이 왜 중요한지 — 설정하지 않으면 토큰이 과도하게 소모될 수 있음
• Claude Code 플러그인 마켓플레이스에서 Ralph Wiggum을 설치하는 방법
• 라이프루프 실행 시 폴더 경로 권한 오류가 발생할 수 있고, 수동으로 경로를 수정해야 하는 현실적인 문제
• Antigravity(Cursor) 에디터에서 백엔드와 프론트엔드를 단계별로 구성하는 대안 방식
• 완성된 KR Market VCP 시그널 대시보드에서 실시간 VCP 패턴을 확인하고 웹 버튼으로 업데이트하는 방법</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Ralph Wiggum은 n8n 시스템을 Claude Code로 구축할 때 "이렇게 만들어줘"라고 한 번 요청하면 AI가 오류를 스스로 고치면서 완성까지 가는 자율 개발 도구입니다. 바로보기님이 복잡한 자동매매 시스템을 구축할 때 수동으로 오류를 고치는 시간을 크게 줄여줄 수 있는 강력한 도구입니다. 단, 현재 경로 권한 문제가 있어 수동 처리가 필요할 수 있으므로, 실습 시 이 영상의 트러블슈팅 부분을 꼭 참고해야 합니다.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#23  Claude Code로 10분 만에 끝내는 미국 주식 무한매수 봇 (코딩  0도 모르면 보세요)</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https://youtu.be/y6bUeOt5FB4   |   📅 2026-03-26   |   👁 2,326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 Code에 프롬프트 7개를 순서대로 붙여넣기만 하면 미국 주식 무한매수 봇이 완성되는 튜토리얼입니다. 코딩을 전혀 몰라도 되며, RSI/MACD/이동평균선 등 기술적 지표와 PER/ROE 등 펀더멘탈 지표를 종합해 종목에 점수를 매기고, 기준 점수 이상이면 자동 매수 신호를 텔레그램으로 보내주는 시스템을 10분 안에 구축합니다.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Code (프롬프트 7개로 봇 자동 생성)
• yfinance (미국 주가 데이터 수집 파이썬 라이브러리 — 무료)
• RSI (상대강도지수 — 과매도 구간 판단)
• MACD (추세 전환 신호 판단)
• 이동평균선 20일/50일 (정배열/역배열 판단)
• PER, PBR, ROE (펀더멘탈 지표)
• 텔레그램 봇 (자동 알림 발송)
• 스케줄러 (매일 정해진 시간 자동 실행)</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무한매수 전략이란 — 한 번에 몰빵하지 않고 점수 기반으로 분할 매수하는 방식
• RSI가 30 이하면 과매도(저점) 구간이라 매수를 고려하는 원리
• MACD의 골든 크로스/데드 크로스로 추세 방향을 판단하는 방법
• 이동평균선 정배열(현재가가 20일선, 50일선 위)이 상승 신호인 이유
• 펀더멘탈(PER/ROE)로 회사 성적표를 확인해 점수에 반영하는 방법
• 종합 점수가 60점 이상이면 자동 매수 트리거가 발생하는 점수 체계
• 텔레그램 스케줄러로 매일 알림을 받아 수동 확인 없이 운용하는 방법
• 프롬프트 순서: 초기설정 → 데이터수집 → 점수매기기 → 매매엔진 → 리포트 → 실행 → 테스트</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이 영상에서 만드는 봇의 "점수 매기기 로직(RSI + MACD + 이동평균 + 펀더멘탈)"은 n8n에서 Code 노드나 HTTP Request 노드로 구현할 수 있는 방식과 동일한 개념입니다. 미국 주식(yfinance)용으로 만들어진 봇이지만, 한국 주식 데이터 소스로 교체하면 국내 주식에도 그대로 적용 가능합니다. 7단계 프롬프트 분할 방식은 복잡한 시스템을 Claude Code로 만들 때 바로보기님이 활용할 수 있는 좋은 방법론입니다.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#24  미국 주식 무한매수 BOT  자동 분할 매수 시스템 만들기</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https://youtu.be/Zw9ksrttRBI   |   📅 2026-03-28   |   👁 2,927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y6bUeOt5FB4 영상과 동일한 강사의 미국 주식 무한매수 BOT 영상으로, 자막 내용이 거의 동일합니다. Claude Code에 프롬프트를 순서대로 입력해 미국 주식 자동 분할매수 시스템을 만드는 과정을 다룹니다. RSI/MACD 기반 점수 채점 시스템, 페이퍼 트레이딩(가상매매) 테스트, 텔레그램 알림 연동까지 포함하며, 같은 내용을 다른 포맷으로 반복 설명하는 연속 강의로 보입니다.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Code (프롬프트 기반 봇 자동 생성)
• yfinance (미국 주가 데이터 수집)
• RSI (주식 과매도/과매수 판단 지표)
• MACD (추세 전환 판단 지표)
• 이동평균선 (정배열/역배열 판단)
• 텔레그램 봇 (자동 알림 발송)
• 페이퍼 트레이딩 (가상매매로 전략 테스트)
• Antigravity(Cursor) (대안 코딩 에디터)</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무한매수 전략 — 한 번에 몰빵이 아닌 점수 기준으로 분할 매수하는 개념
• RSI 30점 이하 = 과매도 구간 = 분할매수 시작 신호
• MACD 골든크로스 시 +15점, 데드크로스 시 -10점으로 점수에 반영하는 방식
• Claude Code 프롬프트 7단계로 시스템을 단계별로 구축하는 방법
• 페이퍼 트레이딩으로 실제 돈 없이 전략을 먼저 검증하는 방법
• NVDIA(NVDA) 65.2점 → B등급 → 매수 신호 발생 예시로 결과 확인
• 텔레그램으로 매일 정해진 시간에 종목 분석 결과를 자동 수신하는 설정</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y6bUeOt5FB4 영상과 함께 보면 동일한 시스템을 두 번 반복 학습하는 효과가 있어 개념을 더 확실히 익힐 수 있습니다. 설명란에 내용이 없는 영상이므로, 자막을 기반으로 분석했습니다. 페이퍼 트레이딩(가상매매) 개념은 바로보기님이 실계좌에 연결하기 전에 n8n 시스템을 안전하게 테스트하는 방법으로 꼭 활용해야 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#25  제미나이 3.1 Pro(Gemini 3.1 Pro) 벤치마크 분석 및 웹페이지 코딩 시연</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https://youtu.be/D0SWWJvvKB4   |   📅 2026-02-20   |   👁 6,129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Gemini 3.1 Pro가 출시된 것을 기회로, Claude Opus 4.6 및 GPT-5.2와 API 비용·벤치마크 점수를 비교 분석합니다. 핵심은 Gemini 3.1 Pro가 Claude Opus 4.6 대비 절반 수준의 비용으로 코딩 성능은 거의 비슷하다는 점이며, 실제로 Antigravity 환경에서 주식 리포트를 애플 스타일로 재작성하는 실습도 진행합니다.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Gemini 3.1 Pro (Google)
• Claude Opus 4.6 (Anthropic)
• GPT-5.2 (OpenAI)
• Antigravity (AI 코딩 에이전트 환경)
• Terminal-Bench 2.0, SWE-bench, BrowseComp, Muir V2 (벤치마크 지표)</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Gemini 3.1 Pro 입력 토큰 비용: $2/M, Claude Opus 4.6: $5/M — 절반 이하의 비용
• Terminal-Bench 2.0 점수: Gemini 3.1 Pro 68.5% vs Opus 4.6 65.4% (Gemini가 더 높음)
• SWE-bench Verified: Opus 4.6 80%, Gemini 3.1 약 80% 수준으로 코딩 격차가 줄어듦
• Terminal-Bench가 높다 = AI 에이전트가 컴퓨터를 더 정확하게 제어할 수 있다는 뜻
• Antigravity에서 Claude와 Gemini 모델을 선택해 비교 실험 가능
• 학습 데이터 컷오프: Anthropic 직접 제공 Opus는 2025년 8월, Antigravity 경유는...</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비용 절감 선택지: 주식 분석 자동화 파이프라인에서 Claude가 비싸게 느껴질 때 Gemini 3.1 Pro로 전환하면 비용을 절반 이하로 줄일 수 있음
• 벤치마크 활용: AI 에이전트 선택 시 Terminal-Bench 점수가 높을수록 자동화 작업 실패율이 낮아짐 — 자동매매 봇 구축 시 참고
• 모델 비교 기준 학습: 단순히 '최신 모델'이 아니라 비용·코딩 성능·데이터 컷오프를 종합해 선택하는 방법론 습득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#26  (자료공개-1 편)AI가 매일 미국 주식을 분석해주는 자동화 대시보드 만들기 (노코딩 코딩) GPT5.2 &amp; 제미나이 3.0</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https://youtu.be/rd-66RAOqjo   |   📅 2025-12-13   |   👁 10,863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Google의 새 AI 코딩 IDE인 Antigravity와 Claude Opus 4.5, Gemini 3.0, GPT-5.2를 활용해 미국 주식 자동 분석 대시보드(US Market)의 백엔드를 구축하는 1편이다. MD 파일 3개(파트 1~3)를 AI에게 드래그앤드롭하면 데이터 수집, 스코어링, ETF 분석, AI 매크로 분석까지 자동으로 백엔드가 완성된다. 조회수 1만 이상의 인기 강의로, 실제 주식 데이터를 다루는 가장 실용적인 시리즈다.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Antigravity — Google이 제공하는 AI 기반 코딩 IDE (무료), 개인 플랜 무료 사용 가능
• Claude Opus 4.5 — 백엔드(파트 1~3) 구축에 최적화, 복잡한 로직 처리
• Gemini 3.0 — 프론트엔드(파트 4~6) 디자인에 최적화
• GPT-5.2 — 매크로 분석 요약 (Claude보다 분석적 측면 우수 평가)
• Yahoo Finance API — 미국 주식 실시간/히스토리 데이터 수집
• Fred API — 연방준비제도 경제 지표 데이터
• OpenAI API — GPT-5.2 사용을 위한 API 키 ($10 충전 시 3개월 이상 사용)
• Google AI Studio (G...</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Antigravity 설치: 무료, Mac/Windows 모두 지원. 에이전트 모델로 Gemini 3, Claude Sonnet/Opus, GPT OS 120B 사용 가능
• 백엔드 구축 순서: MD 파일 3개 드래그앤드롭 → Claude Opus 4.5가 플랜 수립 → 자동 실행 (약 15분 소요)
• "Always Proceed" 설정(User Settings → Review Policy)으로 승인 없이 자동 진행 가능
• 백엔드 완성 후 생성되는 데이터: 500개 종목 주가, 거래량, 수급, 6팩터 분석, ETF 분석, AI 매크로 분석, 탑10 추천 종목
• 탑10 종목 추천 시스템: 매일 자동으로 스코어 계산 후 상위 10개 종목 추출
• ETF 펀드 플로우 ...</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핵심 참고 영상: 이 시리즈가 바로보기님이 목표하는 "AI + 주식 자동화 대시보드"의 완성 사례다. 1편은 백엔드, 2편은 프론트엔드로 전체 구조를 파악하기에 최적이다
• Antigravity 무료로 시작: Claude Code와 함께 사용하거나, Antigravity만으로도 상당 부분 구축 가능하다. 처음엔 Antigravity로 기본 구조를 만들고 Claude Code로 세부 조정하는 방식이 효율적이다
• MD 파일 기반 개발: 코드를 직접 쓰지 않고 요구사항을 MD로 정리해 AI에게 주는 방식. 바로보기님이 원하는 기능 목록을 MD 파일로 정리하는 연습이 필요하다
• API 비용 현실적으로 파악: GPT API $10에...</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#27  (자료공개-2편)AI가 매일 미국 주식을 분석해주는 자동화 대시보드 만들기 (노코딩 코딩) GPT5.2 &amp; 제미나이 3.0</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https://youtu.be/PUCzKm0h0hU   |   📅 2025-12-14   |   👁 3,276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1편에서 완성한 백엔드를 이어받아 프론트엔드 웹 UI를 구축하고 실제 오류를 디버깅하는 2편이다. 백엔드는 Claude Opus 4.5로, 프론트엔드는 Gemini 3 Pro로 구분해서 작업하는 것이 핵심이다. Flask 서버를 실행해 로컬 대시보드를 띄우고, 데이터 미출력 문제와 토큰 제한 문제를 Antigravity로 해결하는 실전 디버깅 과정을 담았다.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Antigravity — 이전 대화(Past Conversation) 불러오기로 백엔드 컨텍스트 유지
• Gemini 3 Pro — 프론트엔드 UI 코드 생성 (Claude보다 디자인에 강점)
• Flask — 파이썬 웹 서버, flask_app.py 실행으로 로컬호스트 대시보드 접속
• Localhost — http://127.0.0.1:5000 형태로 자신의 컴퓨터에서 대시보드 실행
• max_output_tokens — AI 응답 최대 토큰 설정 (4000으로 늘려 텍스트 잘림 방지)
• Always Proceed — 자동 승인으로 AI가 오류를 스스로 수정하도록 설정
• Gemini 2.5 → 3 Pro 업그...</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Antigravity에서 "Past Conversation" 기능으로 이전 백엔드 작업 내용을 불러와 프론트엔드 작업에 컨텍스트를 유지한다
• 프론트엔드 구축 명령: Gemini 3 Pro 선택 → MD 파일(파트 4~6) 드래그앤드롭 → "프론트엔드 만들어줘" 입력
• Flask 서버 실행: python flask_app.py → 터미널에 나오는 localhost URL을 Alt+클릭으로 브라우저에서 확인
• 초기 오류 사례 1: Smart Money Picks 데이터 미출력 → 데이터 구조 불일치 및 엔드포인트 오류 → Antigravity가 자동 수정
• 초기 오류 사례 2: 매크로 분석 텍스트 잘림 → 토큰 제한 문제 → max_output_tokens=4000...</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백엔드/프론트엔드 모델 분리 원칙: 복잡한 데이터 처리는 Claude Opus, UI 디자인은 Gemini Pro. 이 원칙을 바로보기님의 모든 프로젝트에 적용하면 비용과 품질을 동시에 최적화할 수 있다
• 토큰 제한 문제 대응: 분석 결과가 중간에 잘리면 max_output_tokens를 늘리면 된다. 주식 분석 리포트처럼 텍스트가 긴 경우 4000~8000으로 설정한다
• Past Conversation으로 컨텍스트 유지: 장기 프로젝트에서 이전 작업 내용을 다음 세션에서 이어받는 방법. 바로보기님의 REF_continue.md와 유사한 개념이다
• Always Proceed로 야간 자동화: 퇴근 후 Antigravity를...</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#28  개발 비용 0원, 가치는 무한대. 주식 분석 시스템 통째로 드립니다.</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https://youtu.be/BDL4F0XW72c   |   📅 2025-12-22   |   👁 1,331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개발 비용 0원으로 주식 분석 시스템(MarketView)과 배당 최적화 시스템(Dividend Optimizer)을 통째로 공개하는 짧은 소개 영상이다. 자막이 매우 짧아 영상 자체보다는 제공되는 자료(소스코드)를 받아 영상에서 보여주는 순서대로 따라하는 것이 핵심이다. 시장 리스크 자동 진단, 기관 수급 스코어링, 배당 포트폴리오 자동 구성 기능을 제공한다.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MarketView — 시장 리스크(Risk-On/Off) 자동 진단 시스템
• Dividend Optimizer — 월 목표 배당금에 맞춘 포트폴리오 자동 구성 시스템
• 기관 수급 스코어링 — 기관 투자자 자금 흐름을 점수화
• 펀더멘털 스코어링 — 재무 지표를 종합한 종목 점수 산출</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개발 비용 0원: 오픈소스 라이브러리와 무료 API를 조합해 전체 시스템을 구성
• MarketView 핵심 기능: Risk-On(공격적) / Risk-Off(방어적) 시장 상황을 자동으로 판단
• Dividend Optimizer: 월 목표 배당금(예: 100만 원)을 입력하면 최적 배당주 포트폴리오를 자동 구성
• 영상 순서대로 따라하면 개인용 주식 분석 시스템을 그대로 갖출 수 있다
• 소스코드를 무료로 공개하므로 바로 사용 가능하다 (링크는 영상 설명란 참고)</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MarketView로 시장 리스크 자동 판단: 매일 아침 Risk-On/Off 신호를 자동으로 받아 투자 전략을 조정하는 로직을 n8n에 통합할 수 있다
• Dividend Optimizer로 배당 전략 자동화: 목표 배당금을 설정하면 포트폴리오가 자동으로 구성된다. 장기 투자 계획이 있는 바로보기님에게 유용한 도구다
• 소스코드 기반으로 커스터마이징: 무료 소스코드를 받아 Claude Code로 바로보기님의 투자 전략에 맞게 수정할 수 있다
• 빠른 시작점: 처음부터 만들 필요 없이 이 코드를 기반으로 n8n 자동화 파이프라인을 연결하면 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#29  [무료공개] 거시경제부터 섹터별 자금 흐름까지 한눈에! 탑다운 투자 분석 대시보드 'The Desk' - 클로드로 만든</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https://youtu.be/Uhpw-OpsVD4   |   📅 2026-05-09   |   👁 3,449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Claude로 직접 만든 탑다운(Top-Down) 투자 분석 대시보드 "The Desk"를 소개합니다. 거시경제(금리, 유동성, 시장 레짐)부터 외국인/기관의 섹터별 자금 흐름까지 한 화면에서 볼 수 있는 무료 공개 툴입니다. 스마트 머니가 어디로 움직이는지 파이프라인 차트로 시각화해서, 어느 섹터에 돈이 들어오고 나가는지를 직관적으로 파악할 수 있습니다.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(대시보드 전체를 Claude로 제작)
• Active Inference 모델 (시장 레짐 예측 — Risk-On/Neutral/Risk-Off)
• Railway (웹 앱 배포 플랫폼)
• 거시 경제 데이터: Fed M2(유동성), 10년물 국채 금리, 하이일드 스프레드
• 자금 흐름 파이프라인 차트 (외국인/기관 섹터별 유입/유출 시각화)
• 시계열 히트맵 (테마 모멘텀 시각화)
• 13F 보고서 파싱 (헤지펀드 포지션 변화 추적)</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탑다운 분석이란 무엇인지 — 거시경제 → 섹터 → 종목 순서로 좁혀가는 투자 방식
• 시장 레짐(Risk-On/Risk-Off/Neutral)이 무엇이고 왜 투자 판단에 중요한지
• 외국인과 기관의 자금이 어느 섹터로 흘러가는지 파이프라인으로 보는 방법
• 주간/일간 단위 테마 수익률 히트맵으로 현재 주도 섹터를 파악하는 방법
• Claude AI로 분석 대시보드 웹앱 자체를 만드는 것이 가능하다는 것 체험
• 50거래일 기준 주체별(외국인/기관/개인/자사주) 매매 동향 분석 방법</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이 영상에서 소개하는 "The Desk" 방식은 n8n 자동화 시스템에서 어떤 종목을 발굴할지 결정하기 전에 먼저 어떤 섹터에 집중할지를 판단하는 데 활용할 수 있습니다. 즉, n8n 파이프라인의 맨 앞단에 "탑다운 섹터 선별" 단계를 추가하면 더 정밀한 종목 발굴이 가능합니다. Claude로 대시보드 자체를 만드는 기법도 바로보기님 프로젝트의 결과물 시각화에 응용할 수 있습니다.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#30  [무료 자료] 엔비디아 GPU가 문제가 아닙니다, 진짜 돈이 복사되는 '이 구간'</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https://youtu.be/sZskdW0xH9k   |   📅 2026-06-22   |   👁 461   |   📂 Claude Code 툴 &amp; 설정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엔비디아 GPU 품귀보다 HBM 메모리·CoWoS 패키징·전력·광통신이 실제 반도체 공급망의 진짜 병목임을 데이터로 보여줍니다. 'The Desk'라는 글로벌 반도체 풀체인 지도 도구를 통해 실리콘 웨이퍼부터 데이터센터까지 전체 공급망을 한 장으로 파악하고, Claude·Gemini·GPT 중 어느 모델로도 나만의 반도체 분석 대시보드를 만들 수 있는 프롬프트를 무료 공유합니다.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The Desk (글로벌 반도체 풀체인 분석 대시보드)
• Claude / Gemini / GPT (분석 대시보드 생성)
• Railway (대시보드 배포 플랫폼)
• HBM 메출 슬라이더 시뮬레이터 (적정 주가 계산)</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반도체 공급망 병목은 GPU 미세공정이 아닌 CoWoS 패키징·HBM 메모리·전력·광통신
• The Desk 대시보드: 가격·실적·밸류가 매주 토요일 자동 갱신되는 '살아있는 반도체 지도'
• HBM 메모리: GPU 1개당 HBM 8개 필요, SK하이닉스가 엔비디아 차세대 물량의 1위 공급
• 2026년 HBM 물량은 이미 전량 품절 — 납품 업체가 알파(초과 수익) 창출
• 빅테크의 2026년 반도체 투자액 720억 달러(약 1,000조 원) — 전년 대비 +77%
• HBM 매출 슬라이더를 직접 조절하면 SK하이닉스 등의 적정 주가를 시나리오별로 시뮬레이션
• Claude·Gemini·GPT 어느 모델에 제공 프롬프트를 넣어도 완성형 분석 대시보드가 자동 생성
• ...</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반도체 공급망 투자 인사이트: n8n으로 HBM 관련 뉴스를 자동 수집·분석하는 파이프라인에 이 공급망 지식을 접목하면 투자 판단 근거 강화
• The Desk 프롬프트 활용: 제공된 프롬프트를 Claude Code에 붙여넣으면 나만의 반도체 분석 대시보드를 바로 생성 — AI 주식 분석 시스템 확장에 활용
• 시뮬레이션 대시보드 패턴: HBM 슬라이더처럼 변수를 조절하면서 결과를 실시간으로 보여주는 방식 — 자동매매 시스템의 리스크 관리 모듈 설계에 응용 가능</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#31  AI 주식 분석: 13개 차원 신경망 모델 시연 (feat. SK하이닉스) - 데모 시연</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https://youtu.be/xJgNEFS4nN0   |   📅 2026-04-27   |   👁 5,789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SK하이닉스를 대상으로 MLP(다층 신경망) 기반 AI 주식 분석 시스템의 데모를 시연하는 영상입니다. 거래소, 뉴스, 매크로, 외국인/기관 수급, 옵션, 암호화폐 등 6가지 데이터 소스를 입력받아 13개 차원의 특징을 동시에 분석하는 포워드 패스(Forward Pass) 방식을 보여줍니다. 자막이 매우 짧아 설명란 기반으로 작성합니다.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MLP 신경망 (Multi-Layer Perceptron) — 딥러닝 기반 주식 분석 모델
• 6가지 데이터 소스: 거래소 데이터, 뉴스, 매크로 지표, 외국인/기관 수급, 옵션, 암호화폐
• 13개 차원 분석 — 여러 시장 요인을 동시에 병렬 평가
• 포워드 패스(Forward Pass) — 신경망에 데이터를 흘려보내 분석 결과를 도출하는 과정
• SK하이닉스 (000660) — 분석 대상 종목</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단순 지표 분석이 아닌 신경망이 6가지 데이터 소스를 동시에 처리해 종합 평가 점수를 산출한다
• 13개 차원이란: 거래 패턴, 뉴스 감성, 매크로 트렌드, 수급 강도, 옵션 시그널, 암호화폐 상관성 등 다양한 관점을 동시에 분석하는 것을 의미한다
• 암호화폐 데이터를 주식 분석 입력값으로 활용한다는 점이 특이하다 — 리스크 온/오프 지표로 활용 가능
• 포워드 패스 개념: 데이터가 신경망 레이어를 순서대로 통과하면서 최종 분석 결과가 나오는 과정
• 자막이 매우 짧은 단순 데모 영상으로, 상세 구현보다는 아이디어와 방향성 확인용으로 활용</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n8n에서 여러 데이터 소스(거래소 API, 뉴스 API, 암호화폐 API)를 동시에 가져와 Claude에게 종합 분석 요청하는 구조로 유사하게 구현 가능하다
• 13개 차원을 모두 분석하는 건 복잡하지만, 핵심 몇 가지(수급 + 뉴스 감성 + 매크로)만 선택해 단순화하면 n8n으로 충분히 구현 가능하다
• 이 영상은 단순 참고용 — 실제 구현은 다른 영상의 코드를 활용할 것</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#32  '아직도 차트 직접 보세요? AI가 종목 선정부터 분석까지 다 해줍니다 (파일 무료 공유)'</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https://youtu.be/mJGQ3vpmryo   |   📅 2025-12-24   |   👁 3,182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AI 시스템이 종목 선정부터 분석까지 자동으로 처리하는 개념을 소개하는 초기 영상입니다. GPT-5.2 및 Gemini 3.0을 활용한 시장 분석, Smart Money Picks(AI 점수 기반 상위 10종목 추천), 매크로 대시보드(환율/VIX/Fear &amp; Greed)를 파일 하나로 즉시 구동하는 방식을 제안합니다. 자막이 매우 짧아 설명란 기반으로 작성합니다.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GPT-5.2 — AI 분석 엔진 (시장 분석 및 전략 제시)
• Gemini 3.0 — 추가 분석 AI 모델
• Smart Money Picks — AI 점수 기반 상위 10개 유망 종목 추천 (MU, DECK 등)
• 매크로 대시보드 — 환율, VIX 지수, Fear &amp; Greed 지수 실시간 통합
• BUY/SELL 신호 — 감정 배제, 데이터 기반 투자 의견 자동 생성
• 파일 1개로 즉시 구동 — 복잡한 설정 없이 파일만 넣으면 실행 가능</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수동으로 차트를 분석하는 방식은 실시간 공시/뉴스를 따라잡기 어렵고 감정적 실수를 유발한다
• AI 시스템이 반복적인 분석 노동을 대신하면 투자자는 최종 판단에만 집중할 수 있다
• VIX(공포 지수)와 Fear &amp; Greed 지수를 매크로 지표로 함께 보면 시장 전체 분위기를 빠르게 파악 가능하다
• 파일 1개 제공 방식: 복잡한 설정 없이 AI가 즉시 구동되는 간편 배포 방식 (자동화 초보자에게 좋음)
• 이 영상은 2025년 12월 제작 — 현재 기준으로는 더 발전된 방법들이 나왔으므로 참고용으로만 활용</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이 영상은 n8n 학습의 출발점 개념 잡기용 — "AI가 분석 노동을 대신한다"는 철학을 이해하는 데 도움이 된다
• Smart Money Picks(AI 점수 기반 종목 추천) 아이디어를 n8n에서 구현할 수 있다: 데이터 수집 → Claude 점수화 → 상위 종목 필터링 → 텔레그램 전송
• VIX + Fear &amp; Greed + 환율 같은 매크로 지표를 n8n으로 매일 자동 수집해 Claude에게 시장 상황 요약을 요청하는 간단한 자동화부터 시작하면 좋다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#33  내 퇴직연금은 안전할까? 2008년과는 완전히 다른 새로운 금융 위기 시그널 📉 클로드 코드로 분석</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https://youtu.be/6jI4SEkmvlI   |   📅 2026-03-11   |   👁 834   |   📂 Claude Code 툴 &amp; 설정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사모펀드(Private Credit)가 소프트웨어 회사에 대출을 집중(21%)한 상황에서, AI 혁명이 소프트웨어 기업의 고객을 사라지게 만들고 있다는 금융 위기 분석 강의다. 은행 vs 사모펀드, 뱅크런 구조, 위기 온도계(1~10점)를 초등학생도 이해할 수 있게 설명하며, Claude Code로 위기 지표를 실시간 분석하는 AI 프롬프트를 공개한다. 현재 위기 온도는 3/10(조기 경고) 수준이다.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위기 온도계 — 6가지 지표(VIX, HYG, PE 주가, 공매도 비율, VVIX, 리스크 성향)를 1~10점으로 환산
• Private Credit (사모펀드) — 은행과 달리 규제가 적은 고위험 고수익 대출 기관
• Mark-to-Market — 자산 가치를 시장 가격으로 평가하는 방식 (사모펀드는 자기 채점 가능)
• VIX — 시장 공포 지수 (30 이상 = 위험)
• VVIX — 공포의 공포, 변동성의 변동성 (125 이상 = 위험)
• HYG — 하이일드 채권 ETF, 위험 자산 가격 지표 ($82 이상 = 정상)
• BDC — Business Development Company, 사모펀드 환매 압력 추적...</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은행 vs 사모펀드 비유: 은행 = 학교 급식실(규제 엄격, 안전하지만 이자 낮음) / 사모펀드 = 학교 앞 분식집(자유롭고 맛있지만 배탈 위험)
• 소프트웨어 대출 비중: 일반 은행 5% 미만, 사모펀드 21% → 소프트웨어 업황 악화 시 사모펀드 전체가 흔들린다
• AI 혁명 → 소프트웨어 기업 고객(사람) 감소 → 구독 매출 감소 → 대출 상환 능력 약화 → 사모펀드 부실 위험
• 뱅크런 구조: 나쁜 뉴스 → 투자자 환매 요청 → 좋은 자산 매각 → 소문 → 더 많은 환매 요청 → 게이트 발동
• BlackRock HPS 실사례: 9.3% 환매 요청했으나 5%만 허용, 절반 이상 거부
• 2008년 vs 2026년 차이: 2008년은 과도한 빚(집은 회복 가능),...</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위기 온도계 자동화: VIX, HYG, PE 매니저 주가 등 6가지 지표를 n8n으로 매일 자동 수집하고 Claude에게 온도를 산출하게 하면 위험 시장 진입을 사전에 방지할 수 있다
• AI 프롬프트 재활용: 영상에서 공개한 "위기 온도 체크 프롬프트"를 복사해 Claude Code나 Antigravity에 넣으면 즉시 실시간 분석이 가능하다. 자동화 워크플로우의 리스크 모니터링 모듈로 활용할 수 있다
• 투자 판단에 매크로 리스크 반영: 개별 종목 분석만이 아니라 시장 전체의 리스크 온도를 함께 봐야 한다. 위기 온도가 5점 이상이면 공격적 매수를 자제하는 룰을 자동화 시스템에 추가할 수 있다
• 소프트웨어 섹터 리스크 인...</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#34  [1분 시황] 폭풍전야의 2025년 마지막 날... 은(Silver) 7% 폭등의 경고</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https://youtu.be/J3UwwTh6H-Q   |   📅 2025-12-31   |   👁 1,430   |   📂 시황 분석 &amp; 뉴스</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2025년 마지막 날(12/31) 글로벌 시황으로, VIX는 안정적이고 증시는 고점에 있지만 달러 강세에도 불구하고 금·구리·은이 7% 이상 폭등하며 인플레이션 재점화와 화폐 가치 하락을 동시에 경고하고 있다. 포트폴리오의 15%를 귀금속으로 헤지하고 빅테크+금융·에너지 바벨 전략으로 대응할 것을 권고한다. (자막 기반 분석)</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글로벌 시황 모니터링 (1분 브리핑 포맷)
• VIX 공포지수 분석
• 원자재(금·은·구리) 가격 추적
• 10년물 국채 금리 모니터링
• 바벨 전략 포트폴리오</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달러 강세에도 원자재(금·구리·은 +7%) 폭등 = 화폐 가치 하락 + 인플레이션 재점화 동시 경고
• 10년물 국채 금리 4.13% 반등 = 시장이 인플레이션을 우려하기 시작한 증거
• 천연가스 하루 15% 폭락 = 에너지 섹터 내 종목별 차별화 필요
• 트럼프 발 정치적 불확실성(연준 압박 등)이 추가 리스크 요인
• 금리 상승 지속 시 기술주 밸류에이션에 부담 가중
• 대응 전략: ①포트폴리오 15% 귀금속 헤지 ②빅테크 + 금융·에너지 바벨 전략 ③추격 매수 자제, 조정 시 분할 매수
• 폭풍전야: 표면 지표(VIX 안정)와 내부 신호(원자재 폭등) 사이의 괴리</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원자재 급등 자동 경보: n8n으로 금·은·구리 가격을 매일 수집해 특정 일별 등락률(예: 3% 이상 상승) 동시 발생 시 "인플레이션 헤지 신호" 알림을 자동 발송하는 조건 트리거 구현 가능
• 분할 매수 자동화 로직: "조정 시 분할 매수" 전략을 n8n에서 가격 하락폭 조건(예: 5% 이하)에 따라 자동으로 매수 신호를 생성하는 워크플로우로 구현 가능
• 15% 헤지 비율 모니터링: 포트폴리오 구성 비율을 자동으로 계산하고 귀금속 비중이 목표치 아래로 떨어지면 알림을 주는 리밸런싱 자동화 참고 모델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#35  [완전무료] Claude  Opus 4.5급 성능인데 공짜? Kimi k2.5로 코딩 비용 0원 만들기 (ft. Kilo) - 두쫀쿠앱 만들기</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https://youtu.be/-8DFbQYKnw8   |   📅 2026-01-30   |   👁 10,652   |   📂 기타 (코인/부동산/AI)</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Moonshot AI의 Kimi k2.5는 Claude 3 Opus 수준의 코딩 성능을 내면서 비용은 14배 저렴하고, 현재 Kilo Code(VS Code 확장)를 통해 무료로 사용 가능하다. 자막 기반으로 확인한 실제 사용 후기는 "성능 10% 부족하지만 가격 14배 저렴"하며, 멀티모달(스크린샷 자가 검증) 능력이 Opus와 유사하다는 평가다.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Kimi k2.5 — Moonshot AI의 최신 LLM (Claude 3 Opus 급 성능, 1/14 가격)
• Kilo Code — VS Code 확장 프로그램, Kimi k2.5 무료 이용 채널 (Limited Free 이벤트)
• 카카오 Map API — 지도 연동 실습 도구
• VS Code — 개발 에디터
• MD 파일(프롬프트 명세서) — 바이브 코딩 템플릿 방식</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Kimi k2.5는 GPT 5.2, Claude Opus 4.5, Gemini 3 Pro와 코딩·에이전트 스킬 기준으로 비슷하거나 높은 벤치마크를 기록함
• 비용 비교: Claude 3 Opus 작업 완료 시 약 $7, Kimi k2.5는 약 $0.5 (현재 무료)
• 코딩 성공률 약 75% (Opus 대비 10% 낮은 수준)
• 멀티모달 우수 = UI 스크린샷을 스스로 찍어 코드를 검증하는 자가 검증 패턴 보유
• VS Code에서 Kilo를 설치하면 Kimi k2.5를 262K 컨텍스트로 사용 가능
• MD 파일(사양서)을 @ 파일 첨부 방식으로 Kilo에 넣으면 앱 자동 생성 가능
• 카카오 Map API 연동 시 플랫폼 설정에서 http://localhost 주...</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비용 절감 직결: n8n 워크플로우에서 AI 코드 생성 노드에 Kimi k2.5 API를 연결하면 Opus 대비 1/14 비용으로 코드 초안 생성 가능
• MD 사양서 방식 참고: 주식 자동화 워크플로우 설계를 MD 파일로 문서화하고 → AI에 던지는 "MD 기반 바이브 코딩" 패턴을 n8n 자동화에 그대로 활용 가능
• 무료로 프로토타입 먼저: Kilo + Kimi k2.5 무료 기간에 주식 분석 대시보드 프로토타입을 코딩 비용 0원으로 생성해볼 수 있음
• 디스코드에 무료 MD 파일(주식 앱 포함) 제공 중 → 즉시 활용 가능</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#36  [코딩몰라도 OK] 누구나 적용할 수 있는 제미나이 울트라 모드 2026년 주목할 모델</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https://youtu.be/blojqut4zaA   |   📅 2025-12-23   |   👁 2,570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Gemini 3 Pro의 응답 지연·백엔드 처리 부족 문제를 해결하는 'King Ultra Mode' 시스템 프롬프트를 소개하며, Antigravity에 이 프롬프트를 적용해 주식 관련 API 데이터를 통합한 애플 스타일 데일리 뉴스레터를 자동 생성하는 실제 시연을 보여준다. "@울트라띵" 트리거 입력 시 AI가 최대 깊이의 추론 모드로 전환된다. (자막 기반 분석)</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Google Antigravity (AI 코딩 환경)
• Gemini 3 Pro + King Ultra Mode 시스템 프롬프트
• "@울트라띵" 트리거 (심층 추론 강제 활성화)
• 무료 주식 관련 API 다수 (SP500, VIX, 환율, 금리, CPI, 유가 등)
• Flask (Python 웹 서버)
• Shadcn UI / Radix / MUI (프론트엔드 UI 라이브러리)
• 애플 슬라이드 스타일 뉴스레터 UI</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Gemini 3 Pro는 기본적으로 디자인에 강하나 백엔드 처리가 약함 → Ultra Mode로 보완
• Antigravity의 '추가 옵션 → 커스터마이제이션' 메뉴에서 시스템 프롬프트(룰) 추가 가능
• King Ultra Mode: 15년 경력 시니어 프론트엔드 아키텍트 페르소나 부여 + 결과 우선 실행
• "@울트라띵" 트리거 입력 시 간결성 규칙 해제 → 최대 깊이 다각도 분석 모드 전환
• 글로벌 룰 vs 워크스페이스 룰: 특정 프로젝트에만 적용하려면 워크스페이스 룰로 설정
• SP500, VIX, 유로/달러, 페드레이트, 10년물 금리, CPI, 유가 등 무료 API 데이터를 통합
• 완성된 Flask 서버가 애플 디자인 슬라이드형 뉴스레터를 자동 생성</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무료 금융 API 통합 패턴: 영상에서 시연한 SP500·VIX·금리·CPI 등 무료 API 목록을 n8n HTTP Request 노드에 그대로 적용 가능 — 데이터 수집 자동화의 직접 참고 자료
• AI 분석 품질 향상: n8n에서 Gemini API 노드를 사용할 때 King Ultra Mode 프롬프트를 시스템 메시지로 삽입하면 주식 분석 품질 대폭 향상
• 자동 뉴스레터 생성: 매일 오전 n8n 스케줄러로 금융 API 데이터 수집 → AI 분석 → HTML 뉴스레터 자동 생성 → 이메일/슬랙 발송 파이프라인 구현 가능</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#37  10배 강력 n8n과  제미나이 API로 지식 챗봇 만들기 ⚡️ RAG 파일 검색 완벽 가이드 (노코드 &amp; PDF)</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https://youtu.be/ZBPMbCxPgUE   |   📅 2025-11-26   |   👁 3,620   |   📂 n8n 자동화 기초</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n8n과 Google Gemini API의 File Search(파일 검색) 기능을 결합해 특정 문서를 기반으로 정확하게 답변하는 RAG(검색 증강 생성) 시스템을 구축하는 방법을 다룬다. PDF를 업로드하면 AI가 그 문서를 참조해 구체적인 수치까지 정확히 찾아내며, 일반 Gemini와 RAG 에이전트의 답변 정확도를 직접 비교한다. 자막이 없어 영상 설명란과 챕터 정보를 기반으로 분석했다.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n8n — 노코드 워크플로우 자동화 도구 (이 시리즈의 핵심 도구)
• Google Gemini API — File Search / Embedding 기능 제공
• File Store — Gemini API에 문서를 업로드하고 임베딩하는 저장소
• RAG (Retrieval-Augmented Generation) — 문서 검색 기반으로 AI 응답 정확도를 높이는 기술
• HTTP Request 노드 — n8n에서 REST API를 직접 호출하는 노드
• 임베딩(Embedding) — 문서를 AI가 검색할 수 있는 벡터 형태로 변환하는 과정
• PDF 업로드 — 2026년 주택시장 전망 보고서를 실습 자료로 사용</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RAG란: AI가 모르는 내용이나 최신 정보를 문서에서 찾아 답변하게 하는 기술. 일반 AI는 학습 데이터 기반으로만 답하지만, RAG는 내가 준 문서를 근거로 답한다
• 구축 순서: Gemini API 키 발급 → File Store 생성 → PDF 업로드 및 임베딩 처리 → n8n 에이전트 설정 → 테스트
• 실습 결과: "GDP 대비 가계부채 비율"처럼 구체적인 수치를 일반 Gemini는 모르지만 RAG 에이전트는 정확히 찾아낸다
• n8n HTTP Request 노드로 Gemini File Search API를 직접 호출한다 (노코드로 구현 가능)
• 주택시장 전망 보고서 PDF를 업로드하면 해당 보고서 내용만을 근거로 답변하는 챗봇이 완성된다
• 일반 Gemi...</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투자 리포트 기반 AI 챗봇: 증권사 리포트, ETF 분석 보고서 등을 PDF로 업로드하면 "이 보고서에 따르면 삼성전자 목표가는?" 같은 질문에 정확히 답하는 시스템을 n8n으로 만들 수 있다
• n8n이 이 시리즈의 핵심 도구: 이 영상은 이 시리즈에서 n8n을 직접 다루는 영상이다. n8n 기초를 이 영상에서 배우고 주식 자동화에 적용하면 된다
• 회사 공시 자료 RAG화: DART에서 받은 사업보고서를 File Store에 업로드하면 AI가 해당 회사의 재무 정보를 문서 근거로 정확히 답해준다
• Phase 1 우선 학습 대상: 이 영상의 우선순위가 Phase 1로 가장 높다. n8n 기초를 익히는 첫 번째 실습으로 적...</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#38  제미나이 RAG, 진짜 정확할까? 일반 AI와 비교해봤습니다 ㄷㄷ #n8n #gemini</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https://youtu.be/SgbDYCmQyeU   |   📅 2025-11-27   |   👁 1,176   |   📂 n8n 자동화 기초</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n8n에 Gemini의 RAG(검색 증강 생성) 기능을 연동해, 일반 AI와 RAG AI가 동일 질문에 어떻게 다른 답변을 내놓는지 직접 비교 테스트한 영상입니다. RAG는 학습 데이터가 아닌 내가 넣어준 문서에서만 답변을 찾기 때문에 훨씬 정확한 맞춤형 답변이 가능하며, 부동산 데이터를 예시로 활용했습니다. (자막 없음 — 영상 설명란 기반 분석)</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Gemini RAG (Retrieval-Augmented Generation)
• n8n (자동화 워크플로우)
• Gemini API</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RAG(검색 증강 생성): AI가 전체 학습 데이터에서 답을 찾는 것이 아니라, 내가 제공한 특정 문서에서만 검색해서 답변하는 기술
• 일반 Gemini vs RAG Gemini 비교: 동일 질문에도 RAG는 내 데이터 기반으로 더 정확하고 맞춤화된 답변 제공
• n8n에서 Gemini RAG를 연동해 특정 데이터셋(부동산 정보 등)에 특화된 챗봇 구성 방법
• RAG의 장점: 환각(Hallucination) 감소, 최신 데이터 반영, 내 업무 도메인에 특화 가능
• n8n 워크플로우 내에서 파일/데이터를 임베딩하고 Gemini에 연결하는 구조</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주식 분석 RAG 활용: 종목 리포트·공시·뉴스 문서를 RAG로 넣으면 AI가 그 문서에만 근거해서 "이 종목 매수 의견 있어?" 같은 질문에 정확히 답변 — n8n 주식 분석 파이프라인에 RAG 레이어 추가 가능
• 도메인 특화 봇 구축: 내가 보유한 매매 일지, 전략 문서 등을 RAG에 넣어두면 "내 전략 기준으로 오늘 코스피 상황 분석해줘" 같은 개인화된 분석이 가능
• n8n + Gemini RAG 기초 패턴: 이 영상에서 n8n에 AI 문서 검색 기능을 붙이는 가장 기초적인 방법을 배울 수 있음</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#39  (초보) 클로드 코드 튜토리얼: 설치부터 칸반 보드 앱 제작까지 (2026 Ver.)</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https://youtu.be/5b2VHgZJKFg   |   📅 2026-01-09   |   👁 3,386   |   📂 Claude Code 툴 &amp; 설정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 Code(클로드 코드)를 처음 사용하는 초보자를 위한 설치부터 실습까지 한 번에 다루는 튜토리얼 영상입니다. 터미널과 VS Code 환경에 Claude Code를 설치하고, 실제로 드래그 앤 드롭이 되는 칸반 보드 앱을 만들어보는 과정을 통해 Claude Code의 핵심 명령어와 Plan Mode 사용법을 익힙니다. 코딩을 몰라도 AI에게 지시하는 방법만 알면 앱을 만들 수 있다는 것을 직접 체험할 수 있는 영상입니다.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Code CLI (npm install -g @anthropic-ai/claude-code)
• VS Code (비주얼 스튜디오 코드)
• Plan Mode (Shift + Tab) — AI가 먼저 계획을 세우고 실행하는 모드
• /context 명령어 (토큰 사용량 확인)
• /compact 명령어 (대화 기록 압축)
• /model 명령어 (AI 모델 변경 — Sonnet vs Opus)
• /resume 명령어 (이전 대화 불러오기)
• React + TypeScript (실습 앱 제작 언어)</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Claude Code 설치 방법 (Mac/Windows 모두 다룸)
• Claude Code 실행 및 계정 인증 방법 (Pro 구독 vs API 키 방식)
• VS Code 터미널과 연동하는 방법
• Plan Mode(Shift+Tab)로 AI가 먼저 계획을 세우고 구현하게 하는 방법
• /context로 토큰 사용량을 확인하고 /compact로 관리하는 방법
• AI 모델을 상황에 맞게 변경하는 방법
• 프롬프트 하나로 실제 작동하는 앱을 만드는 전체 흐름 체험</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이 영상은 바로보기님이 다른 영상들을 따라하기 위한 기반 도구인 Claude Code를 제대로 세팅하는 방법을 알려줍니다. 특히 Plan Mode는 "이런 주식 자동매매 시스템을 만들어줘"라고 요청했을 때 AI가 먼저 계획을 보여주고 확인받은 후 실행하는 방식이라, 실수를 줄이고 안전하게 개발할 수 있습니다. 이 영상에서 배운 Claude Code 사용법은 다른 모든 영상의 기초가 됩니다.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#40  GPT(코덱스) 주식 앱 만들기_IOS</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https://youtu.be/H6WT1KACfds   |   📅 2026-06-20   |   👁 910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GPT Codex 데스크탑 앱으로 iOS 주식 앱(월배당 아틀라스)을 자연어와 노션 문서만으로 빌드하는 전 과정을 실연한다. 수동 코딩 없이 Codex 플러그인 2개(Build iOS Apps, iOS Simulator Browser)를 설치하고 사양서를 붙여 넣으면 SwiftUI 앱이 자동 생성된다.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GPT Codex 데스크탑 앱 — 자연어로 iOS 앱을 빌드하는 OpenAI 에이전트 도구
• Build iOS Apps 플러그인 — Codex에서 SwiftUI 프로젝트 자동 생성
• iOS Simulator Browser 플러그인 — 빌드 결과를 실시간 브라우저로 확인·조작
• SwiftUI — iOS 앱 개발 프레임워크 (Xcode 필요)
• TestFlight / App Store — iOS 앱 배포 채널
• 월배당 아틀라스 (Dividend Atlas) — 포트폴리오 설계 + 백테스트 기능을 가진 주식 앱</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Codex 데스크탑 앱에서 플러그인 설치: "Build iOS Apps" + "iOS Simulator Browser" 두 개 필수
• 노션 사양서(0~5번 파일)를 Codex에 붙여 넣고 "iOS 앱 만들어줘"만 입력하면 자동 빌드 시작
• 빌드 중 승인 요청이 많으므로 "전체 권한" 허용 설정 권장
• iOS Simulator Browser로 오른쪽에 실시간 미리보기 + AX 트리 확인 + 주석 달기 + 다크모드 전환 가능
• 스크린샷 기반 의사소통으로 토큰 소모가 많다는 단점 있음
• 완성된 앱을 TestFlight → App Store 순서로 배포, Apple Developer Program 연 $99 필요
• Mac + Xcode 환경 필수 (Windows에서...</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사양서(MD/노션 문서) → AI → 앱 자동 생성 파이프라인: n8n 자동화 워크플로우 설계서를 문서로 만들고 Codex에 던지면 앱 자동 생성 동일하게 적용 가능
• 월배당 아틀라스처럼 포트폴리오 시뮬레이션 + 백테스트 기능을 갖춘 주식 앱을 Codex로 직접 빌드하는 방향 고려 가능 (단, Mac 환경 필요)
• iOS가 목표가 아니라면 동일 Codex로 웹앱 버전 제작도 가능 → Windows에서도 활용 가능
• "승인 과정이 많다 → 전체 권한 부여" 패턴은 n8n 자동화에서 권한 설정할 때도 참고</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#41  AI 트레이딩 시스템  검증된 투자 방법론 AI 코딩</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https://youtu.be/0G6MYTgLUhM   |   📅 2026-03-28   |   👁 835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6_9mJEq9na0 영상(33가지 스킬)의 내용을 더 간결하게 요약해서 재설명하는 보충 영상입니다. 설명란이 없고 자막도 매우 짧아 6_9mJEq9na0과 거의 동일한 내용(정량 스코어링, 스킬 체이닝, 자동 자기 개선, 검증된 방법론 인코딩)을 다룹니다. 두 영상을 세트로 보는 것을 권장합니다.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Code 스킬 시스템 — 33가지 트레이딩 스킬 팩 (6_9mJEq9na0과 동일)
• 정량 스코어링 — 0-100점 숫자로 시장 상황 판단
• 스킬 체이닝 — 여러 스킬을 워크플로우로 조합
• 자동 자기 개선 — 90점 미만 스킬 자동 코드 수정
• 검증된 방법론 — 윌리엄 오닐, 마크 미너비니 전략 인코딩</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이 영상의 핵심 포인트는 6_9mJEq9na0과 동일하므로 해당 영상 카드 참조
• 자막이 짧고 설명란이 없어 추가 학습 내용 도출이 어려움
• 이 영상은 33가지 스킬 팩을 처음 접하는 사람에게 짧게 소개하는 입문용으로 활용 가능
• 실제 실습은 6_9mJEq9na0 영상(전체 튜토리얼)과 함께 진행할 것을 권장</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이 영상 단독으로 활용하기보다는 6_9mJEq9na0 영상의 보충 자료로 활용
• 33가지 스킬의 핵심 철학(감이 아닌 정량 스코어링)을 n8n 자동화 설계 원칙으로 채택하는 데 참고할 것</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#42  [바이브코딩 ] 코인투자 AI 대시보드 구축하기</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https://youtu.be/E653bK9AEmk   |   📅 2026-02-13   |   👁 5,746   |   📂 기타 (코인/부동산/AI)</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GPT-5.3 Codex를 활용해 바이낸스 실시간 데이터가 연동된 암호화폐 마켓 분석 대시보드를 구축하는 과정을 보여줍니다. MD 파일 하나로 프론트엔드와 백엔드를 자동으로 구성하며, VCP(변동성 수축 패턴) 시그널 스캐너, BTC 방향성 예측, 거시 경제 지표 분석까지 포함한 종합 크립토 대시보드를 완성합니다. 카카오톡 선물하기로 ChatGPT Pro를 Plus 가격에 이용하는 꿀팁도 소개합니다.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GPT-5.3 Codex (OpenAI) — Extra High 설정
• Binance API (실시간 코인 시세 연동)
• VCP(Volatility Contraction Pattern) 스캐너
• 거시 경제 지표 연동 (Macro 분석)
• MD 파일 기반 바이브 코딩 방식
• 프론트엔드 + 백엔드 자동 구성</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GPT-5.3 Codex는 Claude Max와 유사한 수준의 코딩 능력을 제공하며 Extra High 설정에서 최고 성능 발휘
• MD 파일(기획서)을 Codex에 던지면 프론트엔드/백엔드 전체를 자동으로 생성하고 실행까지 진행
• 바이낸스 API를 연동하면 실시간 코인 시세 데이터를 자동으로 받아올 수 있음
• VCP 패턴: 가격이 점점 좁은 범위로 수렴한 후 폭발적으로 상승하는 구간을 자동 감지
• 구현 완료 목록 vs 미구현 목록을 AI에게 계속 확인하면서 반복 업데이트하는 방법론 학습
• 카카오톡 선물하기 이벤트로 ChatGPT Pro(월 약 30만원 상당)를 29,000원에 이용하는 방법</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VCP 패턴을 주식에 적용: 코인에서 쓰이는 변동성 수축 패턴(VCP)은 주식에도 동일하게 적용 가능 — n8n에서 조건부 매수 트리거로 VCP 구간 감지 기능을 붙이면 자동매매 정확도 향상
• Binance API 방식 학습: API 연동 → 실시간 데이터 수신 → 분석 → 신호 전달의 흐름이 주식 자동매매와 동일한 구조 — 한국투자증권 API나 토스증권 API로 그대로 적용 가능
• MD 파일로 반복 업데이트: 기획서 기반으로 "구현된 것 확인 → 미구현 추가 요청" 패턴을 반복하면 복잡한 시스템도 단계별로 완성 가능</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#43  Claude Code 원격 제어(Remote Control) 활용법: 모바일 앱 연동 및 커스텀 스킬 실행</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https://youtu.be/8tFUbfhMAFc   |   📅 2026-02-27   |   👁 3,635   |   📂 Claude AI 주식 분석</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Claude Code의 Remote Control(원격 제어) 기능을 사용해 데스크탑에서 실행 중인 Claude Code를 모바일 기기(iOS)로 원격 제어하는 방법을 보여주는 영상입니다. 모바일에서 커스텀 스킬(/market-news-analyst)을 원격 실행하고 로컬 파일에 저장된 리포트 결과를 확인하는 전체 과정을 시연합니다.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Code Remote Control — 데스크탑 Claude Code를 모바일에서 원격 제어하는 기능
• Pro/Max 플랜 전용 — 팀·엔터프라이즈 플랜에서는 사용 불가
• 커스텀 스킬 /market-news-analyst — 로컬에 등록된 주식 시장 분석 스킬
• Claude Code CLI — 터미널에서 /remote-control 명령으로 세션 링크 생성
• 종단간 암호화 터널 — 모바일은 터미널 화면만 동기화, 코드는 로컬에서만 실행
• 버전 요건 — Claude CLI v2.2.161 이상 필요</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Remote Control은 터미널에서 claude 실행 후 /remote-control 입력 → 세션 링크 생성 → 모바일 브라우저에서 접속하는 방식으로 작동한다
• 모든 코드와 파일은 로컬 컴퓨터에서만 실행되고, 클라우드로 전송되지 않는다 (보안 안전)
• 모바일 Remote Control에서는 슬래시 커맨드 자동완성 검색이 안 되므로 스킬명을 직접 외워서 입력해야 한다
• 스킬 실행 후 결과(리포트 MD 파일)가 로컬에 저장되고, 모바일에서 내용 확인 가능
• 단일 세션만 지원 — 로컬 네트워크가 끊기면 연결 해제됨
• 로그인 문제 발생 시: 버전 업데이트 + 로그아웃/재로그인으로 해결</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바로보기님이 이미 사용 중인 Remote Control 기능! 이 영상이 그 기술의 기초 튜토리얼이다
• n8n 워크플로우 실행 상태 확인을 모바일 Remote Control로 접근해 Claude에게 물어볼 수 있다
• 모바일에서 /market-news-analyst 같은 커스텀 스킬을 원격 실행하면, 데스크탑에서 분석하고 모바일로 결과 확인하는 흐름이 완성된다
• n8n이 자동으로 분석한 결과 파일을 Claude Code Remote Control로 열어 추가 분석을 요청하는 복합 자동화가 가능하다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#44  구글 제미나이 3.0: 8분 만에 만드는 AI 주식 자동매매 시스템 (소스코드 무료 배포)</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https://youtu.be/8BsHVuJdJgE   |   📅 2025-12-05   |   👁 19,881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구글 Antigravity에 기획서(MD 파일) 한 장만 던져주면 실시간 환율부터 종목 추천까지 해주는 주식 자동 분석 대시보드를 8분 만에 만들 수 있다는 것을 보여줍니다. 코딩을 몰라도 AI가 에러를 스스로 고치면서 완성하며, 소스코드 100% 무료 배포합니다. (자막 없음 — 영상 설명란 기반 분석)</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Google Antigravity (AI 코딩 에이전트)
• Gemini 3.0 (AI 분석 엔진)
• Yahoo Finance API (실시간 주가/환율)
• Python
• MD 파일(기획서) 기반 개발 방식</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MD 파일(마크다운 기획서) 한 장으로 AI에게 전체 앱을 만들도록 시키는 방법
• Antigravity가 야후 파이낸스 API로 실시간 주가·환율을 가져오는 코드를 자동 생성
• 에러 발생 시 AI가 화면을 보고 스스로 코드를 수정하는 '지능적 디버깅' 과정 시연
• 완성된 앱을 전문가 버전과 비교해도 품질 차이가 크지 않음
• 소스코드와 기획서(MD) 파일을 무료로 공개해 누구나 동일하게 구축 가능
• 처음 시작부터 완성까지 8분 소요 — AI 코딩 에이전트의 속도 확인</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MD 파일 기획서 방식: 구현하고 싶은 기능을 MD 파일에 정리해서 AI에게 주면 처음부터 끝까지 만들어 줌 — 바로보기님도 원하는 자동화 기능을 MD로 먼저 정리하고 Antigravity나 Claude Code에 던지는 방식 사용 가능
• 야후 파이낸스 API: 실시간 주가·환율 수집에 무료로 사용할 수 있는 핵심 데이터 소스 — 자동매매 시스템의 데이터 입수 레이어로 바로 활용 가능
• 에러 자동 수정 패턴: AI가 에러를 만났을 때 화면을 보고 스스로 고치는 과정을 이해하면 Claude Code로 자동화할 때 같은 접근 방식 적용 가능</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#45  [꿀팁] 제미나이 답변 품질 200% 올리는 '개인별 맞춤 AI' 필수 설정 가이드</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https://youtu.be/BTdXH-NQ-oo   |   📅 2025-11-29   |   👁 13,769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Gemini의 '개인별 맞춤 AI' 설정에 특정 시스템 프롬프트를 입력하면 AI가 아부하는 비서 모드에서 벗어나 검증된 사실만 말하는 분석가처럼 동작하게 된다. 이 설정은 환각(hallucination) 최소화, 출처 기반 정보 제공, 사실과 의견 구분이라는 세 가지 효과를 얻을 수 있으며, 조회수 13,769회를 기록한 고인기 영상이다.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Google Gemini '개인별 맞춤 AI' 설정 기능
• 시스템 프롬프트 커스터마이징
• AI 페르소나 설정 (비서 → 분석가 전환)</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Gemini 좌측 메뉴 [설정 및 도움말] → [개인별 맞춤 AI]에서 시스템 프롬프트 추가 가능
• 핵심 명령: "정확성 최우선, 잘못된 전제 지적, 불확실 정보는 '모른다'고 명시"
• "좋은 질문입니다", "전적으로 동의합니다" 같은 아부성 문구 완전 제거
• 통계·날짜 등 구체적 사실에 출처 제시 요구
• 사실(Fact)과 의견(Opinion)을 명확히 구분하여 서술하도록 지시
• 환각 현상(hallucination) 최소화 효과
• 감정 배제, 건조하고 객관적인 어조로 직설 답변 유도</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주식 분석 품질 향상: 이 프롬프트를 Gemini에 적용하면 시황 질문 시 AI가 근거 없는 낙관론 대신 검증된 데이터 기반 답변을 제공 — 투자 초보자에게 특히 중요
• n8n AI 노드 시스템 프롬프트 적용: n8n에서 Gemini API 노드를 쓸 때 동일한 시스템 프롬프트를 삽입하면 자동화 분석 결과의 신뢰성이 크게 향상됨
• AI 오남용 방지: 자동화 시스템에서 AI가 잘못된 매수 신호를 자신 있게 내놓는 위험을 줄이는 실용적 방어 수단</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#46  🥈 제미나이 3.0 비전: 100개 차트 1분 만에 분석하고 매수 신호 포착하기 (자동화)</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https://youtu.be/fzRJGI0ns-4   |   📅 2026-03-28   |   👁 7,397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Gemini Vision AI를 활용해서 코스피·코스닥·미국 주식 차트 이미지를 자동으로 100개씩 분석하는 파이썬 프로그램을 소개합니다. 클릭 한 번으로 정배열/역배열/RSI 등 기술적 분석 결과를 Buy/Sell/Hold 시그널로 분류해 엑셀(CSV)로 받아볼 수 있으며, 비용도 거의 들지 않습니다.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Gemini Vision API (Google AI Studio)
• yfinance — 주식 차트 데이터 수집
• mplfinance — 차트 이미지 자동 생성
• pandas — 결과 종합 및 CSV 저장
• Python (KR.py / main.py 두 버전)</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Gemini Vision AI는 이미지를 보고 기술적 분석을 수행할 수 있다 (차트 사진 → 정배열 여부 판단)
• yfinance로 주식 OHLCV 데이터를 가져와 mplfinance로 차트 이미지를 자동 생성한다
• 생성된 차트 이미지를 Gemini Vision API에 넘겨 매수/매도/홀드 판단을 시킨다
• 프롬프트 한 장으로 코드를 자동 생성할 수 있으며, Notion에 프롬프트 무료 공유됨
• 코스피·코스닥 시총 상위 100개 또는 S&amp;P 100 종목을 자동 분석 (변경 가능)
• 실행 시간 약 2~3분, Buy 시그널 8개 등 필터링된 결과만 확인 가능
• 결과에 AI 코멘트(이동평균 정배열 상태, 매수 적기 여부 등)도 함께 출력됨
• 매일 자동 실행하면 ...</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차트 스크리닝 자동화: 매일 아침 100개 종목을 자동 분석해 Buy 시그널만 추려내는 파이프라인 구축 가능
• n8n 연동 아이디어: n8n 스케줄러로 매일 KR.py 실행 → CSV 결과를 텔레그램으로 전송하는 흐름을 만들 수 있음
• 비용 최소화: Gemini Vision API는 무료 플랜으로도 동작하므로 초기 실험에 부담 없음
• 즉시 적용: 제공된 Notion 프롬프트를 복사해 Antigravity에 넣으면 코드 없이 KR.py 자동 생성</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참고  #47  (무료자료) 코스피 폭락장, 클로드코드 분석으로 반등 시그널 확인하기  - Cluade Code</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https://youtu.be/himJm48kbcQ   |   📅 2026-03-07   |   👁 2,012   |   📂 시황 분석 &amp; 뉴스</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4A148C"/>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코스피가 이란 전쟁 이슈로 12% 폭락하고 이튿날 V자 반등한 사례를 분석하면서, 감정이 아닌 15개 무료 공개 지표로 반등 시그널을 객관적으로 포착하는 방법을 가르칩니다. VIX·CNN 공포탐욕지수·풋콜 비율·EWY 등의 데이터를 Claude에 넣으면 반등 시그널 체크리스트를 자동으로 생성해주며, 과거 5대 폭락장(금융위기·코로나·금리인상·관세쇼크·이란 위기) 패턴과 비교 분석도 제공합니다.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4A148C"/>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Claude AI (반등 시그널 체크리스트 자동 생성)
• Antigravity (대시보드 구축)
• VIX / V코스피 (공포 지수)
• CNN 공포탐욕지수 (Fear &amp; Greed Index)
• Put/Call Ratio (CBOE)
• EWY (한국 ETF — 야간 선행 지표)
• S&amp;P 500 선물 (야간 선행 지표)
• Insider Trading 데이터 (자사주 매수 신호)
• KRX 공매도·신용잔고 데이터
• HY Spread (하이일드 채권 위험 프리미엄)
• AAII 미국 개인 투자 심리 지표</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4A148C"/>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15개 무료 공개 지표를 조합하면 폭락 후 반등 시그널을 데이터로 확인 가능
• 5대 폭락 비교: 이란 위기의 V코스피 80.43은 코로나·GFC 수준으로 극심한 공포 상태
• 역사적으로 '극단적 공포(Extreme Fear)' 구간을 겪은 사례는 100% 회복 패턴을 보임
• 반등 시그널 체크리스트: 예스 3개 이상=분할 매수 고려, 5개 이상=적극 매수, 7개 이상=역사적 반등 가능성
• EWY와 S&amp;P 500 선물은 한국 장이 열리기 전날 밤 미국 반응을 미리 확인할 수 있는 선행 지표
• 인사이더 매매(임원 자사주 매수)가 급증하는 구간은 바닥 근처의 강한 신호
• Claude 프롬프트에 현재 날짜·지표값을 넣으면 과거 패턴 비교 분석 및 예측 회복 궤적을 자동...</a:t>
            </a:r>
          </a:p>
        </p:txBody>
      </p:sp>
      <p:sp>
        <p:nvSpPr>
          <p:cNvPr id="11" name="Rectangle 10"/>
          <p:cNvSpPr/>
          <p:nvPr/>
        </p:nvSpPr>
        <p:spPr>
          <a:xfrm>
            <a:off x="6236208" y="3977639"/>
            <a:ext cx="5742432" cy="27249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4A148C"/>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n8n으로 지표 자동 수집: VIX·CNN FNG·Put/Call Ratio 등 15개 지표를 n8n 스케줄러로 매일 수집해 Claude에 넣으면 반등 시그널 점수를 자동으로 계산하는 파이프라인 구축 가능
• 텔레그램 체크리스트 알림: 체크리스트 예스 개수가 일정 기준을 넘으면 텔레그램으로 "지금 분할 매수 고려" 메시지를 자동 전송하는 알림 시스템 — 바로보기님 목표 시스템의 핵심 모듈
• 폭락장 대응 매뉴얼화: 종목 분석보다 시장 전체 상태를 먼저 확인하는 습관 — 자동매매 시스템에 시장 상태 필터(폭락장 여부)를 최우선 조건으로 추가하면 손실 방지 효과</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371600"/>
          </a:xfrm>
          <a:prstGeom prst="rect">
            <a:avLst/>
          </a:prstGeom>
          <a:noFill/>
        </p:spPr>
        <p:txBody>
          <a:bodyPr wrap="square">
            <a:spAutoFit/>
          </a:bodyPr>
          <a:lstStyle/>
          <a:p>
            <a:pPr algn="ctr"/>
            <a:r>
              <a:rPr sz="5400" b="1">
                <a:solidFill>
                  <a:srgbClr val="FFFFFF"/>
                </a:solidFill>
              </a:rPr>
              <a:t>⛔ 우선순위 낮음</a:t>
            </a:r>
          </a:p>
        </p:txBody>
      </p:sp>
      <p:sp>
        <p:nvSpPr>
          <p:cNvPr id="4" name="TextBox 3"/>
          <p:cNvSpPr txBox="1"/>
          <p:nvPr/>
        </p:nvSpPr>
        <p:spPr>
          <a:xfrm>
            <a:off x="914400" y="3840480"/>
            <a:ext cx="10058400" cy="548640"/>
          </a:xfrm>
          <a:prstGeom prst="rect">
            <a:avLst/>
          </a:prstGeom>
          <a:noFill/>
        </p:spPr>
        <p:txBody>
          <a:bodyPr wrap="square">
            <a:spAutoFit/>
          </a:bodyPr>
          <a:lstStyle/>
          <a:p>
            <a:pPr algn="ctr"/>
            <a:r>
              <a:rPr sz="2200" b="0">
                <a:solidFill>
                  <a:srgbClr val="FFFFFF"/>
                </a:solidFill>
              </a:rPr>
              <a:t>지금 당장 보지 않아도 되는 영상들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#48  🔥 연말 랠리 시동! 기술주/비트코인 폭등, 하지만 이 경고등은 피하세요! (12/7 AI 분석)</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https://youtu.be/32_ak2YpMok   |   📅 2025-12-07   |   👁 1,142   |   📂 시황 분석 &amp; 뉴스</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2025년 12월 7일 AI 매크로 분석으로, 금리 인하 기대감으로 '리스크 온(Risk-On)' 모드에 진입해 연말 랠리가 시사되지만 장기 금리 반등과 유가 하락이라는 경고 신호가 동시에 발생하고 있다. 다우·S&amp;P500·나스닥 모두 상승 마감, VIX 15.41로 안정세인 가운데 '바벨 전략'을 권고한다.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AI 매크로 분석 자동화 시스템
• VIX(공포지수) 모니터링
• 바벨 전략 포트폴리오 구성
• ETF 활용 (QQQ, XLK, XLE, SILVER)</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리스크 온(Risk-On) 모드: 투자자들이 안전자산을 줄이고 위험자산(주식·비트코인)으로 이동하는 국면
• VIX 15.41 = 시장 안정 신호 (20 이상이면 공포 국면)
• 연말 랠리: 연말에 주가가 상승하는 계절적 패턴
• 바벨 전략: 고위험 자산(기술주·비트코인)과 안전 자산(단기 채권·현금)을 동시 보유
• 장기 금리(10년물·30년물) 반등은 성장주 밸류에이션 하락 압박 요인
• 은(SILVER) +2.77% 급등 = 대체 자산으로서 주목
• 유가 하락 + 글로벌 수요 둔화 = 에너지 섹터 비중 축소 신호</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VIX + 금리 동시 모니터링: n8n으로 VIX와 10년물 금리를 매일 수집해 특정 임계값 초과 시(예: VIX 20 이상, 금리 급등) 경고 알림을 자동 발송하는 워크플로우 구현 가능
• 바벨 전략 자동화: 시장 국면(리스크 온/오프)을 AI가 판단해 포트폴리오 배분 비율을 자동으로 제안하는 시스템의 이론적 모델로 활용
• 연말 랠리 패턴 탐지: 계절적 패턴을 n8n 스케줄 트리거로 사전 알림으로 구현 가능</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#49  12월 15일 마켓 심층 분석 (GPT &amp; 제미나이)</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https://youtu.be/c6lVGcqz8AY   |   📅 2025-12-15   |   👁 1,950   |   📂 시황 분석 &amp; 뉴스</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2025년 12월 15일 GPT와 Gemini 두 AI를 활용한 심층 마켓 분석으로, 시장이 단순 조정이 아닌 구조적 변곡점에 진입했다고 진단한다. SKEW 지수가 153으로 급등해 겉으로 평온해 보이는 시장 이면에서 기관 투자자들이 급락(Tail Risk)에 대비 중이며, 기술주에서 금융·귀금속·주택 섹터로 포트폴리오 로테이션을 권고한다.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GPT + Gemini 이중 AI 분석 (두 AI의 시황 분석 비교)
• SKEW 지수 모니터링
• VIX(공포지수) + SKEW 결합 분석
• 커브 스티프닝(장단기 금리 차) 분석
• ETF 활용 (XLK, QQQ, XLF, XHB)</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SKEW 지수(153 급등): VIX가 낮아도 기관들이 급락 보험을 공격적으로 매수 중이라는 신호
• 커브 스티프닝: 단기 금리 하락 + 장기 금리 상승 = 기술주 고밸류 부담 가중
• 겉과 속이 다른 시장: VIX 안정이 항상 안전을 의미하지 않음 (SKEW로 실제 공포 포착)
• 구조적 변곡점: 단기 조정이 아니라 자금 흐름 방향 자체가 바뀌는 국면
• 포트폴리오 로테이션: 기술주(XLK, QQQ) → 금융(XLF), 귀금속(Gold/Silver), 주택(XHB)
• GPT와 Gemini를 함께 사용해 분석 신뢰도를 교차 검증하는 방법론
• Tail Risk(꼬리 위험): 확률은 낮지만 발생 시 큰 손실을 주는 극단적 하락 시나리오</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SKEW 지수 자동 수집: n8n으로 SKEW 지수를 매일 수집해 150 이상이면 "기관 급락 대비 경고" 알림을 자동 발송하는 워크플로우 구현 가능
• 이중 AI 교차 검증: n8n에서 GPT API + Gemini API를 각각 호출해 두 분석 결과를 비교하는 워크플로우로 분석 신뢰도 향상 가능
• 커브 스티프닝 감지: 장단기 금리 데이터(10년물 - 2년물)를 자동 계산해 음전환 시 경고하는 로직 구현 참고</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#50  네이버 부동산 도면의 배신 ㄷㄷ (ft. 클레이 버전)</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https://youtu.be/hY2lnp-ZeLg   |   📅 2025-12-25   |   👁 4,717   |   📂 기타 (코인/부동산/AI)</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네이버 부동산 2D 평면도를 AI 이미지 생성 도구로 클레이(점토) 질감의 3D 디오라마 스타일 이미지로 변환하는 짧은 시연 영상이다. 기술적 구현보다는 AI 이미지 변환의 시각적 가능성을 보여주는 쇼츠 형태다.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AI 이미지 생성 도구 — 2D 도면 이미지를 클레이 스타일 3D 이미지로 변환 (구체적 도구 미공개)
• 스타일 트랜스퍼 — 건축 도면 → 클레이 디오라마 질감 변환
• 이미지 to 이미지 변환 — 입력 이미지의 구조를 유지하며 스타일만 교체</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평면도(선 도면)를 AI에 입력하면 클레이/디오라마 느낌의 귀여운 3D 이미지로 자동 변환
• 인테리어 시각화, 부동산 마케팅에서 AI 이미지 변환 활용 가능성 시사
• 자막 비활성화(disabled) — 구체적 도구·프롬프트 공개 없음
• HSULwdkNkS8 영상(3D 모델링)의 시각적 파생 편: 같은 도면을 다른 방식(이미지 생성 vs 코드 생성)으로 처리하는 비교 관점
• 짧은 쇼츠 영상으로 학습 내용 제한적</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주식 자동화와 직접 연결점은 낮음. 참고 수준
• 간접 적용: AI 이미지 생성으로 n8n 자동화 결과 보고서에 시각적 요소(차트 이미지 스타일 변환 등) 추가 가능
• AI가 시각 정보를 이해하고 다른 형태로 재생성할 수 있다는 가능성 확인</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#51  8분 만에 구글 Antigravity로 만드는 고급 주식 자동 분석기 (자료 100% 무료 공개)#google #antigravity</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https://youtu.be/47nK2hdWGcU   |   📅 2025-12-06   |   👁 2,968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구글 Antigravity 툴을 활용해 코딩 없이 단 8분 만에 전문가 수준의 주식 자동 분석기를 구축하는 방법을 소개한다. 완성된 시스템은 매일 자동으로 시장을 스캔해 급등주를 트래킹하고 시장 트렌드 인사이트를 제공하며, 구축에 필요한 MD 파일 등 자료를 100% 무료로 공개한다.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Google Antigravity (구글 AI 코딩/자동화 툴)
• AI 코딩 (노코드 방식, MD 파일 입력)
• 급등주 자동 트래킹 시스템
• 시장 트렌드 자동 분석</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구글 Antigravity는 AI 코딩 능력으로 개발 과정을 극단적으로 단축함
• MD 파일을 Antigravity에 입력하는 것만으로 분석기 구축 가능 (코딩 불필요)
• 완성 시스템은 매일 자동으로 시장 스캔 실행
• 급등주를 실시간으로 놓치지 않고 추적하는 기능 포함
• 단순 종목 분석을 넘어 시장 핵심 트렌드까지 파악
• 전문가 수준 시스템을 8분이라는 단시간에 구현 가능
• 자료(MD 파일)를 무료 공개해 누구나 따라 할 수 있는 구조</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즉시 활용 가능: Antigravity + 무료 MD 파일로 코딩 없이 급등주 자동 분석기 구현 — n8n 자동화 전 단계로 활용하기 좋음
• 자동 스캔 패턴 학습: 매일 시장을 자동 스캔하는 구조를 이해하면, 추후 n8n 워크플로우에서 동일한 로직을 스케줄러 노드로 구현 가능
• 트렌드 신호 → 트리거 활용: 급등주 트래킹 결과를 n8n에서 받아 카카오톡/슬랙 알림 또는 자동 매수 신호로 연결하는 구조 설계 참고</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#52  구글이 무료로 푼 AI 투자 툴? 📈 종목 분석부터 수익률 검증까지, 이 기능 #antigravity #google</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https://youtu.be/EsDCLZvHMKU   |   📅 2025-11-30   |   👁 4,177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구글 Antigravity 기반의 AI 투자 툴을 소개하며, 알고리즘이 매일 TOP 5 종목을 자동 분석하고 AI가 최신 뉴스를 스크랩해 2차 정밀 분석까지 수행한다. 실제 수익률을 투명하게 공개하는 점이 특징이며, 누구나 동일한 시스템을 따라 구축할 수 있도록 방법을 안내한다.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Google Antigravity (AI 투자 분석 툴)
• 알고리즘 기반 TOP 5 종목 자동 선정
• AI 뉴스 스크래핑 + 2차 정밀 분석
• 실수익률 검증 및 투명 공개 시스템</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Antigravity 알고리즘이 매일 시장에서 TOP 5 종목을 자동 추출
• AI가 해당 종목 관련 최신 뉴스를 스크랩하여 2차 정밀 분석 수행
• 1차 알고리즘 + 2차 AI 분석의 2단계 분석 구조
• 실제 수익률을 투명하게 공개하여 시스템 신뢰성 검증 가능
• 자체 제작 시스템이므로 구조 파악 후 커스터마이징 가능
• 코딩 없이 동일한 시스템을 따라 구축할 수 있는 가이드 제공</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2단계 분석 구조 벤치마킹: '알고리즘 종목 선정 → AI 뉴스 분석'의 2단계 파이프라인을 n8n 워크플로우로 구현 가능 (1단계: 스크리너 API → 2단계: Gemini/Claude 뉴스 분석)
• 수익률 검증 루틴: 자동화 시스템이 포착한 종목의 실제 수익률을 DB에 기록·비교하는 백테스트 루틴을 n8n Schedule Trigger로 구현하는 아이디어 참고
• 뉴스 스크래핑 자동화: n8n HTTP Request 노드로 금융 뉴스 API를 호출하고 AI 노드로 분석하는 구조를 이 영상에서 확인</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#53  18분 분석으로 승률 80%? 개발자가 작정하고 만든 주식 AI 성능 검증</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https://youtu.be/3wBC-jVF9xI   |   📅 2025-12-12   |   👁 3,589   |   📂 미분류</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개발자가 직접 구축한 주식 AI 시스템의 실제 성능을 검증하는 영상으로, 가격·수급만 보는 기존 방식 대신 ETF 자금 흐름 + 매크로 AI 분석 + 리스크 관리까지 통합 자동화했다. 12월 6~9일 포착 종목들의 실제 수익률을 공개하며 승률 80% 주장을 검증한다.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Python (알고리즘 트레이딩 구현)
• ETF 자금 흐름 분석 (Smart Money 추적)
• 매크로 AI 분석 모듈
• 리스크 관리 자동화
• 퀀트 투자 (알고리즘 기반 정량 분석)
• 실수익률 백테스트 및 검증</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가격·수급 분석 이상의 통합 분석: ETF 자금 흐름 + AI 매크로 + 리스크 관리를 하나의 시스템으로 결합
• ETF 자금 흐름(Smart Money): 기관 투자자들이 어느 섹터 ETF에 자금을 넣고 빼는지 추적
• 퀀트 투자: 감이 아닌 수치 데이터 기반으로 종목을 선정하는 알고리즘 투자
• 18분 분석으로 승률 80%: 하나의 종목 분석에 AI가 18분을 투자해 정밀 분석
• S&amp;P500 구성 종목 중 조건 충족 종목 자동 스크리닝
• 실제 수익률 공개: 백테스트가 아닌 실전 수익률로 시스템 신뢰도 검증
• 리스크 관리 자동화: 손절·익절 기준을 알고리즘으로 자동 집행</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n8n 자동화의 최종 목표 모델: 이 영상의 Python 기반 시스템이 바로보기님이 n8n+AI로 구현하려는 주식 계좌 자동화의 완성형에 가장 가까운 사례 — 전체 구조 파악에 필수
• ETF 자금 흐름 API 적용: n8n HTTP Request 노드로 ETF 자금 유입·유출 데이터를 수집하는 자동화 구현 시 이 영상의 Smart Money 추적 방법론 참고
• Python → n8n 전환: 이 영상의 Python 코드를 n8n 워크플로우로 재구현하는 것이 바로보기님 프로젝트의 핵심 작업 — 각 Python 모듈이 n8n의 어느 노드에 해당하는지 매핑 가능
• 실전 승률 검증 루틴: n8n으로 AI가 제안한 종목의 수익률을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#54  12월 13일 오늘의 AI 시장뉴스입니다. (GPT 5.2)</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https://youtu.be/nKsc-bJAXEs   |   📅 2025-12-13   |   👁 1,471   |   📂 시황 분석 &amp; 뉴스</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2025년 12월 13일자 AI 시장 뉴스로, 연준 금리 인하에도 장기 금리가 오르고 SKEW 지수(153)가 급등하는 시장 상황과 대응 전략을 GPT/Gemini를 활용해 요약한 영상이다. 겉은 평온하지만 급락 대비 심리가 팽배한 시점에서의 포트폴리오 전략을 AI가 분석한다.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GPT 5.2 — 시황 분석 및 전략 요약에 활용
• Gemini — 시황 요약 보조 AI
• SKEW 지수 — 시장 급락 가능성 헤지 수요를 나타내는 옵션 지표
• 장단기 금리차 분석 — 매크로 경제 판단 도구</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SKEW 지수 153 급등: 시장 참여자들이 급락을 대비한 옵션 매수를 늘리는 심리 지표
• 연준이 금리를 내려도 장기 금리가 오르는 역설적 상황 → 기술주 밸류에이션 압박
• 대응 전략 2가지: 기술주는 조정 시 분할 매수 / 금융주 + 금(Gold) 비중 확대로 헷지
• AI(GPT 5.2/Gemini)를 사용해 거시경제 지표를 일별로 자동 요약하는 뉴스레터 형식
• 자막 없음 — 설명란의 2줄 요약이 핵심 내용 전부</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이 영상이 보여주는 패턴이 목표 자동화와 동일: 매일 시장 데이터 수집 → GPT/Gemini가 시황 분석 → 핵심 전략 2줄 요약 → 알림 발송
• n8n 워크플로우로 구현: 매일 오전 트리거 → Yahoo Finance/FRED API로 VIX, SKEW, 금리 데이터 수집 → Gemini API로 분석 → 텔레그램 발송
• SKEW 지수 153 같은 극단적 수치를 조건으로 설정 → 자동 알림 트리거 가능
• 분할 매수 전략을 자동화: 조건 충족 시(기술주 -X% 하락) 자동 매수 주문 연동</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#55  GPT 5.2 12월 12일 AI 미장 뉴스브리핑 #gpt5</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https://youtu.be/jYKcbj6o8yI   |   📅 2025-12-12   |   👁 1,570   |   📂 시황 분석 &amp; 뉴스</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2025년 12월 12일 GPT 5.2를 활용한 미국 시장 뉴스 브리핑으로, 연준의 금리 인하로 시장이 평온해 보이지만 높은 SKEW 지수와 유가 약세가 잠재된 '꼬리 위험(Tail Risk)'을 경고하고 있다. 금·리츠 등 금리 하락 수혜 자산에 집중하고 추격 매수보다 분할 매수와 헷징 전략을 권고한다.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GPT 5.2 (AI 뉴스 브리핑 자동화)
• SKEW 지수 분석
• 꼬리 위험(Tail Risk) 모니터링
• 분할 매수 + 헷징 전략
• 금(Gold), 리츠(REIT) ETF</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GPT 5.2를 활용한 자동화된 일일 시황 브리핑 생성
• 금리 인하 = 시장 평온 → 하지만 SKEW 지수 급등이 '숨겨진 공포' 신호
• 꼬리 위험(Tail Risk): 확률은 낮지만 발생하면 큰 손실을 주는 극단적 하락 시나리오
• 유가 약세 = 글로벌 경기 둔화 우려 반영
• 금리 하락 수혜 자산: 금(Gold), 리츠(REIT) — 금리 내리면 대출 비용 감소로 수혜
• 헷징 전략: 손실 위험을 상쇄하는 반대 포지션 보유 (예: 주식 하락 시 금 상승)
• 조정 시 분할 매수: 한 번에 사지 않고 가격 하락 단계별로 나눠 매수</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GPT 5.2 기반 일일 브리핑 자동화: n8n 스케줄 트리거로 매일 오전 GPT API를 호출해 전날 주요 지표를 요약하는 1분 시황 브리핑을 자동 생성·발송하는 워크플로우의 직접 모델
• 꼬리 위험 자동 감지: SKEW 지수와 VIX를 동시 모니터링해 SKEW 급등 + VIX 안정의 괴리 발생 시 자동 경고 알림 발송
• 금·리츠 비중 조절 신호: 금리 방향성(상승/하락)을 AI가 자동 판단해 포트폴리오 내 금·리츠 비중 조절을 권고하는 알림 자동화</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#56  AI가 매일 미국 주식을 분석해주는 자동화 대시보드 만들기 #미국주식 #gemini #ai투자</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https://youtu.be/q1G3dsaRuWY   |   📅 2025-12-13   |   👁 4,051   |   📂 자동매매 시스템 구축</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AI가 매일 미국 주식을 자동 분석해주는 대시보드를 만드는 방법을 소개한다. S&amp;P500, Nasdaq, VIX 등 핵심 지표 실시간 확인, AI가 매일 Top 10 종목을 선정, Gemini 3.0 및 GPT 5.2로 거시경제 요약, ETF 자금 흐름 분석까지 자동화한 시스템이다. 바로보기님 목표와 가장 직접적으로 연결되는 핵심 영상.</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Gemini 3.0 — 거시경제 및 시황 요약 AI
• GPT 5.2 — 매크로 분석 보조 AI
• AI 추천 종목 (Smart Money Picks) — 매일 Top 10 종목 자동 선정 기능
• ETF 자금 흐름 분석 — 섹터별 기관 포지션 변화 추적
• 경제 캘린더 자동 업데이트 — 주요 경제 일정 자동 수집</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시장 지표 자동 수집: S&amp;P500, Nasdaq, VIX, 국채 금리 등 핵심 지표 실시간 대시보드화
• AI 추천 종목 기능: 매일 Top 10 종목 선정 + AI 기반 기업 분석 자동 실행
• 매크로 분석 자동화: Gemini 3.0 + GPT 5.2를 활용해 거시경제 시황을 매일 자동 요약
• ETF 자금 흐름으로 기관 투자자의 섹터별 매수/매도 포지션 변화 추적
• 경제 캘린더(FOMC, 고용지표 발표일 등)를 자동으로 업데이트하여 이벤트 대비 가능
• 자막 없음 — 구체적 구현 스택(언어, 프레임워크, API) 상세 파악은 영상 직접 시청 필요</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이 영상이 바로보기님 목표의 완성형 레퍼런스: 매일 자동 수집 → AI 분석 → 대시보드 표시 구조가 n8n 자동화 목표와 100% 일치
• n8n 구현 매핑: Schedule 트리거(매일 오전) → HTTP Request(주가 데이터 수집) → AI 노드(Gemini/GPT 분석) → 대시보드 업데이트 또는 텔레그램 발송
• Smart Money Picks 기능을 n8n으로 구현: 스크리닝 조건 + AI 분석 조합으로 자동 종목 선정 워크플로우
• ETF 자금 흐름 데이터는 Yahoo Finance, FRED, 한국투자증권 API 등으로 수집 가능
• 이 대시보드 방식으로 먼저 시각화 MVP 만들고 → 이후 자동 매매 연동으...</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#57  [1분] 초간단! 구글 제미나이 CLI 설치법 (터미널에서 AI 사용하기)</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https://youtu.be/g9p6jqeOYdI   |   📅 2025-08-24   |   👁 2,646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구글 Gemini CLI를 터미널에서 설치하고 사용하는 방법을 1분 만에 알려주는 쇼츠 영상이다. Node.js 기반으로 npm install 한 줄이면 설치 완료되며, Google OAuth 로그인으로 무료로 바로 사용 가능하다.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Google Gemini CLI — 터미널에서 직접 Gemini를 호출하는 공식 CLI 도구
• Node.js / npm — Gemini CLI 설치 환경
• Google OAuth — 로그인 인증 방식 (API 키 없이 구글 계정으로 무료 사용)</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Node.js 설치 확인: node --version, npm --version
• Gemini CLI 설치 명령어: npm install -g @google/gemini-cli@latest
• 버전 확인: gemini --version
• 구글 OAuth 로그인: gemini -v 실행 후 브라우저 인증
• 터미널에서 AI를 직접 호출 가능 — 스크립트 자동화에 바로 활용 가능
• Claude Code와 유사한 개발자용 CLI 방식으로 Gemini를 무료로 사용하는 경로</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n8n Execute Command 노드에서 gemini CLI를 직접 호출하면 API 키 없이 Gemini 분석 결과를 워크플로우에 삽입 가능
• 주식 데이터를 텍스트로 정리 → gemini "이 데이터 분석해줘" 형태로 파이프라인 구성 가능
• 터미널 스크립트 자동화(cron + gemini CLI)로 n8n 없이도 매일 시황 요약 자동화 가능
• 무료 OAuth 로그인 방식이므로 초기 비용 없이 실험 가능</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#58  도둑 잡는 AI CCTV 만들기 🚨 (Gemini 3.0 x n8n)</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https://youtu.be/nSRw8Dn3EUQ   |   📅 2025-11-24   |   👁 2,274   |   📂 n8n 자동화 기초</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Gemini 3.0의 멀티모달 기능(영상 + 오디오 동시 분석)을 n8n과 연결해 CCTV 영상을 AI가 분석하고 유리창 깨짐이나 침입을 감지하면 텔레그램으로 경보를 보내는 AI CCTV 시스템을 만드는 영상입니다. 단순 움직임 감지가 아닌 "빠루 들고 침입 중"처럼 상황을 정확히 설명하는 수준의 분석을 보여줍니다. (자막 없음 — 영상 설명란 기반 분석)</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Gemini 3.0 (영상+오디오 멀티모달 분석)
• n8n (자동화 워크플로우)
• Telegram (경보 알림 전송)</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Gemini 3.0은 영상뿐 아니라 '소리(Audio)'까지 함께 분석하는 멀티모달 기능 보유
• n8n 워크플로우로 CCTV 영상 → Gemini 3.0 분석 → 텔레그램 경보 전송 파이프라인 구축
• 단순 움직임 감지(픽셀 변화)가 아닌 상황 맥락("침입자가 빠루를 들고 있음")을 AI가 자연어로 설명
• 유리창 깨짐 소리 같은 오디오 이벤트도 감지 가능 — 영상과 소리를 동시에 분석
• n8n과 Gemini API를 연결하는 HTTP Request 노드 활용 방법
• 텔레그램 봇으로 실시간 경보 메시지 자동 전송</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n8n + Gemini API 연동 패턴: CCTV 영상 대신 주식 차트 이미지를 Gemini에 넣고 분석 결과를 텔레그램으로 받는 흐름이 구조적으로 동일 — n8n + Gemini Vision API 조합을 주식 자동화에 바로 응용 가능
• 텔레그램 알림 기초: n8n으로 조건부 텔레그램 메시지를 보내는 패턴을 이 영상에서 처음 접하게 됨 — 주식 매수 시그널 알림 시스템 구축의 기초
• Gemini 멀티모달 활용: 주식 차트 이미지(영상 프레임)를 Gemini에 넣어 기술적 분석 결과를 텍스트로 받는 방식에 응용 가능</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#59  이게 실시간 번역기? (ft. 애플 AI 기술)</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https://youtu.be/LKVksNbkv9w   |   📅 2025-11-09   |   👁 482   |   📂 기타 (코인/부동산/AI)</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애플 AI 기술을 활용한 실시간 다국어 번역기(무전기 스타일) 프로젝트를 소개하는 쇼츠 영상이다. 설명란이 해시태그만 있고 자막도 없어 상세 내용은 제한적이나, Apple의 온디바이스 AI 번역 기술을 개발 프로젝트에 적용한 사례임을 알 수 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Apple AI (On-device) — 애플 기기 내장 AI 번역 기술
• GPT — 추가 언어 처리에 활용된 것으로 추정
• 실시간 음성 번역 — 다국어 무전기 형태의 실시간 통역 구현</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애플의 온디바이스 AI 기술로 서버 없이 기기 내에서 실시간 번역 수행
• "다국어 무전기" 컨셉: 여러 언어 사용자가 각자 모국어로 말하면 상대방에게 번역되어 전달
• GPT와 Apple AI를 혼합해 번역 품질과 속도 확보
• 자막 없음 — 구체적 구현 방법 파악 불가, 영상 직접 시청 필요
• 쇼츠 형식으로 핵심 시연만 압축</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주식 자동화와 직접 연결점은 낮음. 참고 수준
• 간접 적용: 해외 뉴스(영어/중국어) → AI 실시간 번역 → n8n 워크플로우에서 한국어 요약 발송하는 파이프라인 구성 시 참고
• Apple 온디바이스 AI는 API 비용 없이 기기에서 직접 처리하므로 자동화 비용 절감 관점에서 고려 가능</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#60  Cursor 구독 해지했습니다. 무료 오픈소스 AI(OpenCode)로 부동산 데이터를 싹 다 긁어오는 법 (Feat. 제미나이 300불 무료)</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https://youtu.be/nPxjq21PmTI   |   📅 2026-01-24   |   👁 12,356   |   📂 기타 (코인/부동산/AI)</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비싼 Cursor 구독을 해지하고 무료 오픈소스 AI 코딩 툴 'OpenCode'와 구글 Gemini API $300 무료 크레딧으로 AI 코딩 환경을 완전 무료로 구축하는 방법을 소개합니다. 'Oh My OpenCode' 플러그인으로 기획·개발·디자인 역할을 나눈 멀티 에이전트 시스템을 세팅하고, 실제로 네이버 부동산 크롤링 웹 앱을 만드는 전 과정을 담았습니다.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OpenCode (오픈소스 AI 코딩 에이전트)
• Oh My OpenCode (멀티 에이전트 플러그인)
• Google Gemini API ($300 무료 크레딧)
• GPT-5.2 (오라클 역할 — 의사결정·검증)
• Claude Opus 4.5 API (시지프스 역할 — 코딩, 비용 이슈로 Gemini로 대체 가능)
• Gemini 3.0 Pro (프론트엔드 역할)
• npm / Node.js (OpenCode 실행 환경)
• 네이버 부동산 크롤러 (실습 예제)
• Ultra Work 모드 (병렬 멀티 에이전트 실행)</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OpenCode는 무료 오픈소스 AI 코딩 툴로 Cursor 대안 — Gemini·GPT·Claude·Ollama 등 75개 모델 지원
• 구글 클라우드 콘솔 첫 가입 시 $300 무료 크레딧 제공 (3개월 유효) — API 비용 걱정 없이 시작 가능
• Oh My OpenCode의 멀티 에이전트 역할: Oracle(의사결정·검증) / Sisyphus(메인 코더) / Frontend(UI 구현)
• Ultra Work 모드로 복잡한 프로젝트를 7명의 에이전트가 병렬로 처리 — 속도 대폭 향상
• config.json 파일에서 각 에이전트에 다른 AI 모델을 배정해 최적화 가능
• MD 파일 3개(기획서)를 넣으면 에이전트들이 순서대로 프론트엔드·백엔드·전체 구조를 리뷰...</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무료로 Claude급 코딩: Gemini $300 크레딧 + OpenCode 조합으로 3개월간 비용 없이 자동화 시스템 개발 가능 — Claude Max 비용 부담 없이 프로토타입 제작
• 멀티 에이전트로 병렬 개발: Oh My OpenCode의 Ultra Work 모드를 활용하면 주식 자동화 시스템의 여러 모듈(데이터 수집·분석·알림)을 동시에 개발 가능
• Gemini API 무료 크레딧 활용: 주식 분석 자동화 시스템 초기 구축 단계에서 Gemini API로 비용 없이 실험하고, 완성 후 실전 운용 시 더 저렴한 모델로 전환하는 전략</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#61  [60초]구글 AI Opal 접속 방법: 한국에서 안 될 때 1분 해결! (VPN 사용)</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https://youtu.be/xLFUciAvhiA   |   📅 2025-08-08   |   👁 3,528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구글의 새 AI 서비스 Opal이 한국에서 지역 제한으로 접속 불가할 때 Urban VPN 크롬 확장을 통해 미국 서버로 우회하는 방법을 1분 만에 안내하는 쇼츠 영상이다. Opal은 AI 템플릿 기반의 구글 신규 서비스로, 지역 제한 우회 방법까지 포함해 소개한다.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Google Opal — 구글의 새 AI 서비스 (AI 템플릿 제공, 2025년 8월 기준 미국 한정 서비스)
• Urban VPN — 크롬 웹스토어 무료 VPN 확장 프로그램
• 크롬 확장 프로그램 — 브라우저 레벨에서 지역 우회 처리</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Google Opal은 2025년 8월 기준 미국 서버에서만 서비스 제공 ("Opal is not available in your country yet" 오류)
• 해결 방법: 크롬 웹스토어 → "Urban VPN" 검색 → 설치 → "United States (USA)" 서버 연결 → Opal 페이지 새로고침
• Urban VPN은 무료로 다국가 서버 제공, 설치~연결 1분 이내 완료
• Opal은 다양한 AI 템플릿을 제공하는 구글 AI 플랫폼
• 자막 없음 — 핵심 절차는 설명란에 명확히 기재</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지역 제한 우회 방법 숙지: n8n 자동화에서 미국 전용 AI 서비스(Opal 등)를 HTTP Request 노드로 호출할 때 서버 측 VPN 또는 프록시 설정 필요할 수 있음
• Google Opal의 AI 템플릿 기능을 직접 탐색하면 주식 분석 템플릿이 있을 경우 참고 가능
• 신규 AI 서비스의 지역 제한은 자동화 시스템 구축 시 고려해야 할 인프라 요소</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#62  네이버 부동산 도면이 3초 만에 3D로? 🏠 이게 된다고? (Gemini 3)</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https://youtu.be/HSULwdkNkS8   |   📅 2025-12-19   |   👁 28,897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네이버 부동산 평면도 이미지를 Gemini 3 Flash Preview에 입력하면 벽 좌표를 자동으로 추출하고, Three.js로 3D 모델을 자동 생성하는 프로젝트다. 조회수 약 29만의 인기 영상으로, AI 비전 모델의 이미지→코드 생성 능력을 실전 사례로 보여준다.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Gemini 3 Flash Preview — 이미지(도면)를 분석해 벽 좌표 추출 수행
• Three.js — 브라우저 기반 3D 모델링 라이브러리 (자동 생성된 코드에서 사용)
• 이미지→코드 변환 — AI 비전 모델이 도면을 읽고 직접 3D 코드를 작성하는 방식
• 가구 배치 기능 — 3D 공간에서 가구를 배치하는 인터랙티브 기능 포함</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네이버 부동산 평면도(2D 이미지)를 AI에 입력 → 벽 좌표 자동 추출 → Three.js 3D 코드 자동 생성까지 AI 단독 수행
• Gemini 3 Flash Preview의 멀티모달(이미지 이해) 능력을 실전 코드 생성에 활용
• AI가 이미지에서 구조 정보를 파악하고 3D 모델링 코드까지 출력하는 end-to-end 파이프라인
• 가구 배치까지 가능한 인터랙티브 3D 뷰어 구현
• 소스코드는 디스코드 채널에서 무료 배포 중
• 자막 없음 — 상세 구현은 디스코드 소스코드 참고 필요</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직접 주식 자동화와는 거리가 있으나, AI 비전 모델로 이미지 데이터를 수치 데이터로 변환하는 기술 패턴 참고 가능
• 유사 적용: 주식 차트 이미지를 Gemini Vision에 입력 → 패턴명(VCP, 헤드앤숄더 등) 텍스트로 출력 → n8n 워크플로우에서 다음 동작 트리거
• Three.js 같은 라이브러리로 포트폴리오 현황을 시각화하는 대시보드 구성에 참고</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#63  '12월 16일, 나스닥 팔고 '이곳'으로 돈 옮기세요 💸'</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https://youtu.be/g_4XtIUUfeA   |   📅 2025-12-16   |   👁 2,887   |   📂 시황 분석 &amp; 뉴스</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2025년 12월 16일 시황으로 VIX는 낮지만 SKEW 지수가 폭등하는 '가짜 평온' 상태를 경고하며, 메이저 자금이 기술주에서 금융·주택·금(Gold)으로 이동 중임을 포착한다. 2019년 금리 인하기와 유사한 패턴이나 장기 금리 상승이라는 변수가 추가된 상황을 1분 전략으로 요약한다.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VIX + SKEW 이중 지수 분석
• 머니 무브(자금 이동) 추적
• 역사적 패턴 비교 (2019년 금리 인하기)
• ETF 섹터 로테이션 전략</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'VIX의 침묵 + SKEW의 경고' 조합: 시장이 겉으로 평온하나 내부에서 급락 대비 진행 중
• SKEW 지수 폭등: 기관들이 풋옵션(급락 보험)을 공격적으로 매수하고 있다는 의미
• 머니 무브: 기술주 → 금융(Finance)·주택(Housing)·금(Gold) 섹터로 자금 이동
• 2019년 패턴과 유사: 당시 금리 인하 시작 후 성장주 반등 → 현재는 장기 금리 상승이 변수
• 장기 금리 상승 = 기술주 밸류에이션 부담 가중 요인
• 투자 기회: 금리 상승 수혜 섹터(금융·에너지)와 안전자산(금)을 함께 편입
• 1분 요약 형식: 핵심 신호만 압축해 빠른 의사결정 지원</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머니 무브 자동 감지: n8n으로 섹터별 ETF(XLF, XHB, GLD 등)의 자금 유입량을 매일 추적해 기술주 → 방어 섹터 자금 이동 신호를 자동 포착하는 워크플로우 구현 가능
• 1분 AI 시황 요약 자동화: 매일 주요 지표(VIX, SKEW, 금리, 섹터 ETF)를 수집해 AI가 1분 분량의 핵심 시황을 자동 생성 → 슬랙/카카오톡으로 발송하는 파이프라인의 직접 모델
• 역사적 패턴 비교 로직: 현재 시장 지표를 과거 동일 패턴과 AI가 자동 비교·분석하는 고급 기능으로 확장 가능</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#64  코인 투자 어디서부터? 딱 정해드립니다 (AI 분석 툴) 🚀</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https://youtu.be/gI9Ql2DV84E   |   📅 2025-12-28   |   👁 708   |   📂 기타 (코인/부동산/AI)</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코인 투자에 AI 분석 툴을 활용해 VCP 패턴과 돌파 시그널을 실시간으로 탐지하는 시스템을 소개하는 영상이다. 자막은 배경음악만 포함되어 실질적 내용 없음 — 설명란 기반으로 작성한다. 복잡한 차트 분석을 AI가 대신 수행하고 매수 타이밍 시그널을 자동으로 알려주는 서비스 형태다.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AI 기반 차트 분석 시스템 — VCP 패턴 및 돌파 시그널 자동 탐지
• VCP 패턴 (Volatility Contraction Pattern) — 주가 변동성이 좁아지다 폭발적으로 돌파하는 상승 패턴
• 실시간 알림 시스템 — 패턴 감지 시 즉시 신호 발송</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VCP 패턴: 상승 확률이 높은 구조적 차트 패턴으로, 변동성이 점점 좁아지다 돌파하는 형태
• AI가 다수 종목을 동시에 스캔하여 VCP 패턴 해당 종목만 필터링
• 사람이 직접 차트를 보지 않아도 AI가 "지금 살 타이밍"을 판별
• 코인 단타 및 알트코인 스캔에 특화된 활용 사례
• 영상 자체 자막 없음 — 상세 구현 방법은 설명란 댓글의 무료 체험 링크 통해 확인 필요
• 투자 도구의 핵심: 전체 시장 감시 자동화 + 조건 충족 시 알림</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VCP 패턴 스캐너를 n8n으로 구현: 주식 OHLCV 데이터를 수집 → AI가 VCP 패턴 여부 판단 → 조건 충족 시 텔레그램 알림 발송하는 워크플로우 가능
• 코인 뿐 아니라 한국/미국 주식 모두 동일한 패턴 탐지 로직 적용 가능
• "AI가 이미 분석 끝냄 → 나는 결과만 확인" 구조가 n8n 자동화 목표와 동일
• 댓글의 무료 체험 신청으로 실제 시스템 구조 파악 후 n8n 자체 구현 참고 자료로 활용 가능</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#65  내 졸라맨이 슈퍼맨이 되는 마법! ⚡️ (feat. 나노바나나) #n8n #chatgpt #자동화 #나노바나나</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https://youtu.be/5LonFsoCe9w   |   📅 2025-09-12   |   👁 479   |   📂 n8n 자동화 기초</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n8n과 나노바나나(이미지 생성 AI 서비스)를 연결하여 손으로 그린 졸라맨 스케치를 AI가 슈퍼맨 캐릭터로 변환하고 웹사이트에 자동으로 게시하는 노코드 자동화 파이프라인을 시연한다. 코딩 없이 n8n 워크플로우와 AI 이미지 생성을 결합해 나만의 AI 아트 웹사이트를 만드는 과정을 보여준다.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n8n (노코드 자동화 워크플로우)
• 나노바나나 (한국형 AI 이미지 생성 서비스)
• ChatGPT (이미지 변환 프롬프트 생성)
• 노코드 웹사이트 자동 게시</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n8n 워크플로우와 외부 AI 이미지 서비스(나노바나나)를 연동하는 방법
• 사용자 입력(그림) → AI 처리 → 결과물 자동 게시의 전체 파이프라인 구성
• 코딩 없이 노코드 환경에서 AI API 연결 실습
• 지브리·슈퍼맨 스타일 등 이미지 스타일 변환 자동화
• n8n을 단순 데이터 처리 이상으로 창의적 콘텐츠 자동화에 활용하는 사례
• 한국어 서비스(나노바나나)와 n8n 연동 실용 예시</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n8n 연동 패턴 학습: 외부 AI API와 n8n을 연결하는 방법을 이 영상의 나노바나나 연동에서 학습하면, 주식 데이터 API를 n8n에 연결할 때 동일 패턴 적용 가능
• 워크플로우 기초 이해: 입력 → 처리 → 출력의 3단계 자동화 구조는 주식 신호 감지 → AI 분석 → 알림 발송 구조와 동일
• 주식 자동화 직접 연관성은 낮음: 이미지 생성 중심 영상이나, n8n 사용법 입문 예제로 활용 가치 있음</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#66  12월 18일 '기술주 조정 시작 🚨 지금 당장 담아야 할 3가지 섹터는? 📉📈'</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https://youtu.be/1uF2k7AUlp4   |   📅 2025-12-18   |   👁 1,060   |   📂 시황 분석 &amp; 뉴스</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2025년 12월 18일 시황으로, 나스닥과 비트코인이 하락하는 동안 금·은·구리·유가가 폭등하는 '리플레이션(물가 상승 + 경기 회복)' 국면 진입을 진단한다. 기술주 비중을 줄이고 에너지·귀금속·리츠(REIT)로 포트폴리오를 재편할 것을 권고하는 단기 시황 분석 영상이다.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AI 매크로 시황 분석 (자동화 분석 결과 해설)
• VIX 공포지수 모니터링
• 섹터 로테이션 전략
• ETF 활용 (QQQ, XLK, XLE 등)</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리플레이션: 물가 상승과 경기 회복이 동시에 일어나는 경제 국면 (초보자 필수 개념)
• 나스닥·비트코인 하락 + 원자재 폭등 = 기술주에서 실물자산으로 자금 이동 신호
• VIX(공포지수) 급등은 시장 불안 고조를 의미
• 금리 인하 기대 vs 원자재 인플레 공포가 충돌하는 복잡한 시장 환경
• 추천 매수 섹터: 에너지(XLE), 귀금속(금·은), 리츠(REIT)
• 비중 축소 대상: 빅테크·나스닥 중심 기술주
• 포트폴리오 리밸런싱 타이밍을 시장 신호로 포착하는 방법</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시황 모니터링 자동화: n8n으로 VIX·나스닥·원자재 가격을 매일 수집해 '리플레이션 신호' 조건 충족 시 알림 자동 발송하는 워크플로우 구현 가능
• 섹터 로테이션 감지: AI가 기술주 vs 원자재 섹터 자금 흐름을 분석해 리밸런싱 신호를 자동 생성하는 로직의 이론적 배경 학습
• 투자 초보자 기초 개념: 리플레이션·VIX·섹터 로테이션 개념을 이해해야 자동화 알림의 의미를 제대로 해석 가능 — 이 영상이 그 입문서 역할</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#67  구글 제미나이 3.0 안티그라비티(Antigravity) AI로 만든 '미국 주식 자동 분석기' 시연 | 기관 수급부터 뉴스 요약까지 싹 다 자동화했습니다</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https://youtu.be/LmPTGlgg9H4   |   📅 2025-12-09   |   👁 3,369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Gemini 3.0과 Antigravity를 이용해 미국 주식 자동 분석 대시보드를 직접 개발한 결과물을 시연합니다. Smart Money Screener(기관 매집 종목 포착), AI 뉴스 3줄 한글 요약, 거시경제 위험도 판단, 섹터 히트맵, RSI/MACD 기술적 분석 자동화까지 갖춘 종합 시스템으로, 제작 과정과 소스코드를 공개 예정입니다. (자막 없음 — 영상 설명란 기반 분석)</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Google Gemini 2.5 Flash (AI 분석 엔진)
• Python 3.10+
• Flask (웹 프레임워크)
• yfinance, Yahoo Finance, FRED (주식·매크로 데이터)
• Tailwind CSS + Lightweight Charts (프론트엔드)
• Antigravity (AI 코딩 에이전트 환경)</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Smart Money Screener: 기관이 조용히 매집 중인 종목 Top 10을 자동으로 포착
• 영어 뉴스를 Gemini가 한글로 3줄 요약 — 미국 주식 뉴스 언어 장벽 해소
• 거시 경제(금리·유가·환율) 데이터를 종합해 시장 위험도를 AI가 자동 판단
• 섹터 히트맵과 옵션 플로우로 어느 섹터에 자금이 몰리는지 한눈에 파악
• RSI, MACD, 지지/저항선 등 기술적 지표를 차트에 자동 표시
• Flask로 백엔드 서버를 구동하고 Tailwind+Lightweight Charts로 대시보드 UI 구성
• FRED API로 금리·경제지표 데이터를 자동 수집
• 소스코드와 제작 튜토리얼 별도 영상으로 공개 예정</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종합 대시보드 설계 참고: Smart Money + 뉴스 + 매크로 + 기술적 분석을 하나의 화면으로 보는 아키텍처 — 바로보기님이 만들 자동화 시스템의 최종 목표 형태
• FRED API 활용: 금리·달러 등 거시경제 데이터를 무료로 가져오는 방법 — n8n에서도 HTTP Request 노드로 연동 가능
• Flask 백엔드 + Lightweight Charts: 파이썬으로 간단한 웹서버를 만들고 주식 차트를 실시간으로 시각화하는 표준 조합 학습</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#68  코딩 몰라도 OK! 구글 제미나이 3.0 안티그라비티 (Antigravity) 로 나만의 'AI 주식 자동 분석 앱' 만들기 (무료)</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https://youtu.be/6ALU6SVIDdw   |   📅 2025-11-30   |   👁 16,223   |   📂 Gemini AI 활용</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코딩 지식 없이도 구글 Antigravity와 Gemini 3.0 Pro를 활용해 '초수익 성장주 투자' 전략에 맞는 종목을 선별하고, 관련 뉴스까지 AI가 분석해 요약해주는 주식 분석 웹 앱을 무료로 만드는 방법을 소개합니다. ReadMe 파일 하나만 있으면 누구나 따라 할 수 있으며, 시각적 디버깅 기능으로 에러도 AI가 스스로 수정합니다. (자막 없음 — 영상 설명란 기반 분석)</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Google Antigravity (AI 코딩 에이전트)
• Gemini 3.0 Pro (기본값, Claude/GPT도 선택 가능)
• 기관/외국인 수급 데이터 자동 수집
• RSI 등 보조 지표 차트 시각화
• 뉴스 실시간 스크랩 + AI 요약 리포트
• 백테스팅 대시보드 (수익률 검증)
• ReadMe(기획서) 파일 기반 개발 방식</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Antigravity의 '시각적 디버깅(Visual Debugging)': AI가 화면을 보고 에러를 스스로 고치는 기능
• 기관·외국인 수급 데이터를 자동으로 수집해 종목 선정에 활용하는 구조
• RSI 등 기술적 보조 지표를 차트와 함께 자동으로 시각화
• 관련 뉴스를 실시간으로 스크랩하고 AI가 핵심만 요약해 제공
• 과거 데이터로 전략의 수익률을 검증하는 백테스팅 대시보드 구성
• Gemini 외 Claude나 GPT 모델로도 전환 가능한 유연한 구조
• ReadMe(기획서) 파일 하나로 전체 앱을 자동 생성하는 바이브 코딩 방식</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백테스팅 대시보드: 자동매매 전략을 실전에 투입하기 전에 과거 데이터로 검증하는 습관 학습 — n8n으로 매수 신호를 만들기 전에 먼저 백테스트 단계를 거치는 것 추천
• 수급 데이터 자동 수집: 기관/외국인이 어느 종목에 돈을 넣는지 자동으로 추적하는 방법 — 자동매매 시스템의 종목 선정 레이어에 응용 가능
• Antigravity 무료 플랜 활용: 비용 없이 Gemini 3.0 Pro로 주식 분석 앱을 만들 수 있으므로 초기 프로토타입 제작에 최적</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#69  이게 AI라고? 🏠 에어비앤비 광고 10초 만에 따라잡기</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https://youtu.be/N0TDGR6eksM   |   📅 2025-12-25   |   👁 4,048   |   📂 기타 (코인/부동산/AI)</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Google Veo3로 에어비앤비(Airbnb) 광고 스타일의 영상을 프롬프트만으로 생성한 시연 영상이다. 미니어처가 조립되는 스톱모션 느낌과 정교한 질감 표현을 AI가 단독으로 구현해내는 수준을 보여준다.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Google Veo3 — 구글의 최신 AI 영상 생성 모델 (텍스트 프롬프트 → 고품질 영상)
• 스톱모션 스타일 프롬프팅 — 미니어처 조립 느낌의 질감 표현을 프롬프트로 지정
• 광고 콘텐츠 AI 생성 — 실제 광고 스타일 벤치마킹한 AI 영상 제작</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Google Veo3는 텍스트 프롬프트만으로 스톱모션·질감·조명까지 세밀하게 제어 가능
• 실제 기업 광고(에어비앤비) 수준의 영상 품질을 AI가 단독으로 구현
• 프롬프트 설계 능력이 곧 영상 품질을 결정 — 세부 묘사를 구체적으로 입력할수록 원하는 스타일 재현 가능
• 자막 없음 — 구체적 프롬프트 내용은 영상 직접 시청 필요
• AI 영상 생성의 상업적 활용 가능성(마케팅, 광고 콘텐츠 제작)을 시사</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주식 자동화와 직접 연결점은 낮음. 참고 수준
• 간접 적용: n8n 자동화 결과(주간 포트폴리오 요약)를 텍스트로 생성 → Veo3로 짧은 요약 영상 자동 제작 → SNS 자동 업로드 파이프라인 구성 가능
• AI 콘텐츠 생성 비용이 급격히 낮아지는 트렌드 확인 — 자동화 시스템 구축 후 결과물 배포 채널로 AI 영상 활용 고려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rPr>
              <a:t>⛔ 우선순위 낮음  #70  AI한테 로또 1등 번호 알려달라고 했다... 결과는? ㄷㄷ</a:t>
            </a:r>
          </a:p>
        </p:txBody>
      </p:sp>
      <p:sp>
        <p:nvSpPr>
          <p:cNvPr id="3" name="TextBox 2"/>
          <p:cNvSpPr txBox="1"/>
          <p:nvPr/>
        </p:nvSpPr>
        <p:spPr>
          <a:xfrm>
            <a:off x="182880" y="1216152"/>
            <a:ext cx="11887200" cy="365760"/>
          </a:xfrm>
          <a:prstGeom prst="rect">
            <a:avLst/>
          </a:prstGeom>
          <a:noFill/>
        </p:spPr>
        <p:txBody>
          <a:bodyPr wrap="square">
            <a:spAutoFit/>
          </a:bodyPr>
          <a:lstStyle/>
          <a:p>
            <a:pPr algn="l"/>
            <a:r>
              <a:rPr sz="900" b="0">
                <a:solidFill>
                  <a:srgbClr val="555555"/>
                </a:solidFill>
              </a:rPr>
              <a:t>🔗 https://youtu.be/f7NREz066E0   |   📅 2025-10-03   |   👁 2,956   |   📂 시황 분석 &amp; 뉴스</a:t>
            </a:r>
          </a:p>
        </p:txBody>
      </p:sp>
      <p:sp>
        <p:nvSpPr>
          <p:cNvPr id="4" name="TextBox 3"/>
          <p:cNvSpPr txBox="1"/>
          <p:nvPr/>
        </p:nvSpPr>
        <p:spPr>
          <a:xfrm>
            <a:off x="182880" y="1673352"/>
            <a:ext cx="5852160" cy="301752"/>
          </a:xfrm>
          <a:prstGeom prst="rect">
            <a:avLst/>
          </a:prstGeom>
          <a:noFill/>
        </p:spPr>
        <p:txBody>
          <a:bodyPr wrap="square">
            <a:spAutoFit/>
          </a:bodyPr>
          <a:lstStyle/>
          <a:p>
            <a:pPr algn="l"/>
            <a:r>
              <a:rPr sz="1200" b="1">
                <a:solidFill>
                  <a:srgbClr val="37474F"/>
                </a:solidFill>
              </a:rPr>
              <a:t>📋 핵심 요약</a:t>
            </a:r>
          </a:p>
        </p:txBody>
      </p:sp>
      <p:sp>
        <p:nvSpPr>
          <p:cNvPr id="5" name="TextBox 4"/>
          <p:cNvSpPr txBox="1"/>
          <p:nvPr/>
        </p:nvSpPr>
        <p:spPr>
          <a:xfrm>
            <a:off x="182880" y="2011680"/>
            <a:ext cx="5852160" cy="1920240"/>
          </a:xfrm>
          <a:prstGeom prst="rect">
            <a:avLst/>
          </a:prstGeom>
          <a:noFill/>
        </p:spPr>
        <p:txBody>
          <a:bodyPr wrap="square">
            <a:spAutoFit/>
          </a:bodyPr>
          <a:lstStyle/>
          <a:p>
            <a:pPr algn="l"/>
            <a:r>
              <a:rPr sz="1000" b="0">
                <a:solidFill>
                  <a:srgbClr val="212121"/>
                </a:solidFill>
              </a:rPr>
              <a:t>Gemini AI에 실제 로또 역대 데이터를 학습시켜 번호 분석기 웹앱을 5분 만에 만든 쇼츠 영상이다. AI가 패턴 분석과 번호 추천까지 수행하지만, 실제 예측력보다는 "AI로 데이터 분석 앱을 빠르게 프로토타이핑"하는 방법론에 핵심 가치가 있다.</a:t>
            </a:r>
          </a:p>
        </p:txBody>
      </p:sp>
      <p:sp>
        <p:nvSpPr>
          <p:cNvPr id="6" name="TextBox 5"/>
          <p:cNvSpPr txBox="1"/>
          <p:nvPr/>
        </p:nvSpPr>
        <p:spPr>
          <a:xfrm>
            <a:off x="182880" y="4023360"/>
            <a:ext cx="5852160" cy="301752"/>
          </a:xfrm>
          <a:prstGeom prst="rect">
            <a:avLst/>
          </a:prstGeom>
          <a:noFill/>
        </p:spPr>
        <p:txBody>
          <a:bodyPr wrap="square">
            <a:spAutoFit/>
          </a:bodyPr>
          <a:lstStyle/>
          <a:p>
            <a:pPr algn="l"/>
            <a:r>
              <a:rPr sz="1200" b="1">
                <a:solidFill>
                  <a:srgbClr val="37474F"/>
                </a:solidFill>
              </a:rPr>
              <a:t>🔧 주요 기술/도구</a:t>
            </a:r>
          </a:p>
        </p:txBody>
      </p:sp>
      <p:sp>
        <p:nvSpPr>
          <p:cNvPr id="7" name="TextBox 6"/>
          <p:cNvSpPr txBox="1"/>
          <p:nvPr/>
        </p:nvSpPr>
        <p:spPr>
          <a:xfrm>
            <a:off x="182880" y="4370832"/>
            <a:ext cx="5852160" cy="2286000"/>
          </a:xfrm>
          <a:prstGeom prst="rect">
            <a:avLst/>
          </a:prstGeom>
          <a:noFill/>
        </p:spPr>
        <p:txBody>
          <a:bodyPr wrap="square">
            <a:spAutoFit/>
          </a:bodyPr>
          <a:lstStyle/>
          <a:p>
            <a:pPr algn="l"/>
            <a:r>
              <a:rPr sz="1000" b="0">
                <a:solidFill>
                  <a:srgbClr val="212121"/>
                </a:solidFill>
              </a:rPr>
              <a:t>• Google Gemini — 데이터 학습 및 번호 분석 수행
• Railway — 웹앱 배포 플랫폼 (lotto-production-56c5.up.railway.app)
• AI 기반 빠른 프로토타이핑 — 기획~배포 5분 완성 방식</a:t>
            </a:r>
          </a:p>
        </p:txBody>
      </p:sp>
      <p:sp>
        <p:nvSpPr>
          <p:cNvPr id="8" name="Rectangle 7"/>
          <p:cNvSpPr/>
          <p:nvPr/>
        </p:nvSpPr>
        <p:spPr>
          <a:xfrm>
            <a:off x="6172200" y="1645920"/>
            <a:ext cx="18288" cy="50749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73352"/>
            <a:ext cx="5669280" cy="301752"/>
          </a:xfrm>
          <a:prstGeom prst="rect">
            <a:avLst/>
          </a:prstGeom>
          <a:noFill/>
        </p:spPr>
        <p:txBody>
          <a:bodyPr wrap="square">
            <a:spAutoFit/>
          </a:bodyPr>
          <a:lstStyle/>
          <a:p>
            <a:pPr algn="l"/>
            <a:r>
              <a:rPr sz="1200" b="1">
                <a:solidFill>
                  <a:srgbClr val="37474F"/>
                </a:solidFill>
              </a:rPr>
              <a:t>💡 핵심 학습 내용</a:t>
            </a:r>
          </a:p>
        </p:txBody>
      </p:sp>
      <p:sp>
        <p:nvSpPr>
          <p:cNvPr id="10" name="TextBox 9"/>
          <p:cNvSpPr txBox="1"/>
          <p:nvPr/>
        </p:nvSpPr>
        <p:spPr>
          <a:xfrm>
            <a:off x="6309360" y="2011680"/>
            <a:ext cx="5669280" cy="1874519"/>
          </a:xfrm>
          <a:prstGeom prst="rect">
            <a:avLst/>
          </a:prstGeom>
          <a:noFill/>
        </p:spPr>
        <p:txBody>
          <a:bodyPr wrap="square">
            <a:spAutoFit/>
          </a:bodyPr>
          <a:lstStyle/>
          <a:p>
            <a:pPr algn="l"/>
            <a:r>
              <a:rPr sz="1000" b="0">
                <a:solidFill>
                  <a:srgbClr val="212121"/>
                </a:solidFill>
              </a:rPr>
              <a:t>• 실제 로또 역대 당첨 데이터를 AI에 학습시켜 패턴 기반 번호 추천 앱 구현
• Gemini가 데이터 분석 + 코드 생성을 동시에 처리하는 사례
• Railway를 사용해 개발 서버 없이 즉시 웹 배포 가능
• 쇼츠 형식: 핵심 과정만 압축 — 실습 세부 절차보다 결과물 시연 중심
• 예전에는 개발자가 몇 주 걸리던 데이터 분석 앱을 AI로 5분 완성 가능하다는 메시지
• 자막 비활성화 영상이므로 상세 구현 방법은 직접 영상 시청 필요</a:t>
            </a:r>
          </a:p>
        </p:txBody>
      </p:sp>
      <p:sp>
        <p:nvSpPr>
          <p:cNvPr id="11" name="Rectangle 10"/>
          <p:cNvSpPr/>
          <p:nvPr/>
        </p:nvSpPr>
        <p:spPr>
          <a:xfrm>
            <a:off x="6236208" y="3977639"/>
            <a:ext cx="5742432" cy="2724912"/>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041648"/>
            <a:ext cx="5577840" cy="320040"/>
          </a:xfrm>
          <a:prstGeom prst="rect">
            <a:avLst/>
          </a:prstGeom>
          <a:noFill/>
        </p:spPr>
        <p:txBody>
          <a:bodyPr wrap="square">
            <a:spAutoFit/>
          </a:bodyPr>
          <a:lstStyle/>
          <a:p>
            <a:pPr algn="l"/>
            <a:r>
              <a:rPr sz="1200" b="1">
                <a:solidFill>
                  <a:srgbClr val="37474F"/>
                </a:solidFill>
              </a:rPr>
              <a:t>🎯 바로보기님 적용 포인트</a:t>
            </a:r>
          </a:p>
        </p:txBody>
      </p:sp>
      <p:sp>
        <p:nvSpPr>
          <p:cNvPr id="13" name="TextBox 12"/>
          <p:cNvSpPr txBox="1"/>
          <p:nvPr/>
        </p:nvSpPr>
        <p:spPr>
          <a:xfrm>
            <a:off x="6327648" y="4407408"/>
            <a:ext cx="5577840" cy="2148840"/>
          </a:xfrm>
          <a:prstGeom prst="rect">
            <a:avLst/>
          </a:prstGeom>
          <a:noFill/>
        </p:spPr>
        <p:txBody>
          <a:bodyPr wrap="square">
            <a:spAutoFit/>
          </a:bodyPr>
          <a:lstStyle/>
          <a:p>
            <a:pPr algn="l"/>
            <a:r>
              <a:rPr sz="1000" b="0">
                <a:solidFill>
                  <a:srgbClr val="212121"/>
                </a:solidFill>
              </a:rPr>
              <a:t>목표: n8n + AI로 주식 계좌 자동화
• 데이터 → AI 분석 → 결과 출력 구조가 주식 자동화와 완전히 동일: 로또 데이터를 주식 가격 데이터로 바꾸면 동일한 파이프라인
• Railway는 n8n 워크플로우 결과를 외부에 웹으로 보여주는 무료 배포 수단으로 활용 가능
• Gemini API를 n8n의 HTTP Request 노드로 호출하면 주식 데이터 분석 자동화 구현 가능
• "5분 프로토타입" 마인드셋: 완벽한 시스템 전에 AI로 빠르게 MVP 먼저 만들어보는 접근법 참고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